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3F3F"/>
    <a:srgbClr val="E71615"/>
    <a:srgbClr val="696969"/>
    <a:srgbClr val="737373"/>
    <a:srgbClr val="ED32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13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segingenieria" TargetMode="External"/><Relationship Id="rId7" Type="http://schemas.openxmlformats.org/officeDocument/2006/relationships/image" Target="../media/image1.jpg"/><Relationship Id="rId2" Type="http://schemas.openxmlformats.org/officeDocument/2006/relationships/hyperlink" Target="https://www.segingenieria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uy.linkedin.com/company/seg-ingenieri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CC9C49E6-BF8F-5FF7-A604-4FB74BA079B1}"/>
              </a:ext>
            </a:extLst>
          </p:cNvPr>
          <p:cNvSpPr/>
          <p:nvPr userDrawn="1"/>
        </p:nvSpPr>
        <p:spPr>
          <a:xfrm>
            <a:off x="721964" y="1147314"/>
            <a:ext cx="1915064" cy="1915064"/>
          </a:xfrm>
          <a:prstGeom prst="rect">
            <a:avLst/>
          </a:prstGeom>
          <a:noFill/>
          <a:ln w="482600">
            <a:solidFill>
              <a:srgbClr val="E716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15D9751-0555-7B22-3901-1783A089A979}"/>
              </a:ext>
            </a:extLst>
          </p:cNvPr>
          <p:cNvSpPr/>
          <p:nvPr userDrawn="1"/>
        </p:nvSpPr>
        <p:spPr>
          <a:xfrm>
            <a:off x="479648" y="3297464"/>
            <a:ext cx="2399476" cy="176845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11FD355-E1F8-8572-CCDD-9595017C621A}"/>
              </a:ext>
            </a:extLst>
          </p:cNvPr>
          <p:cNvSpPr/>
          <p:nvPr userDrawn="1"/>
        </p:nvSpPr>
        <p:spPr>
          <a:xfrm>
            <a:off x="3122763" y="906161"/>
            <a:ext cx="6021238" cy="2568147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71E621A-D549-E69B-BD7F-F5BAD0F2DEC5}"/>
              </a:ext>
            </a:extLst>
          </p:cNvPr>
          <p:cNvSpPr txBox="1"/>
          <p:nvPr userDrawn="1"/>
        </p:nvSpPr>
        <p:spPr>
          <a:xfrm>
            <a:off x="3312543" y="1139252"/>
            <a:ext cx="252024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Y" sz="3200" b="1" dirty="0">
                <a:solidFill>
                  <a:schemeClr val="bg1"/>
                </a:solidFill>
              </a:rPr>
              <a:t>CUIDAMOS </a:t>
            </a:r>
          </a:p>
          <a:p>
            <a:r>
              <a:rPr lang="es-UY" sz="3200" b="1" dirty="0">
                <a:solidFill>
                  <a:schemeClr val="bg1"/>
                </a:solidFill>
              </a:rPr>
              <a:t>LA ENERGÍA,</a:t>
            </a:r>
          </a:p>
          <a:p>
            <a:r>
              <a:rPr lang="es-UY" sz="3200" b="1" dirty="0">
                <a:solidFill>
                  <a:schemeClr val="bg1"/>
                </a:solidFill>
              </a:rPr>
              <a:t>GENERAMOS </a:t>
            </a:r>
          </a:p>
          <a:p>
            <a:r>
              <a:rPr lang="es-UY" sz="3200" b="1" dirty="0">
                <a:solidFill>
                  <a:schemeClr val="bg1"/>
                </a:solidFill>
              </a:rPr>
              <a:t>FUTURO.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BB33717-EB1E-8C9F-55F8-48F0F4629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985" y="5451457"/>
            <a:ext cx="903015" cy="90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0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3369968-55F9-1569-65A6-B2BCEE560598}"/>
              </a:ext>
            </a:extLst>
          </p:cNvPr>
          <p:cNvCxnSpPr>
            <a:cxnSpLocks/>
          </p:cNvCxnSpPr>
          <p:nvPr userDrawn="1"/>
        </p:nvCxnSpPr>
        <p:spPr>
          <a:xfrm>
            <a:off x="350377" y="6409345"/>
            <a:ext cx="8443245" cy="0"/>
          </a:xfrm>
          <a:prstGeom prst="line">
            <a:avLst/>
          </a:prstGeom>
          <a:ln w="12700">
            <a:solidFill>
              <a:srgbClr val="E716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E8CCB4C-9FBF-DD36-D588-24FA1D88C8D0}"/>
              </a:ext>
            </a:extLst>
          </p:cNvPr>
          <p:cNvSpPr txBox="1"/>
          <p:nvPr userDrawn="1"/>
        </p:nvSpPr>
        <p:spPr>
          <a:xfrm>
            <a:off x="6238432" y="6494804"/>
            <a:ext cx="26677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Y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CUIDAMOS LA ENERGÍA, GENERAMOS FUTURO.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30F51EF-3BCA-B890-081D-061C4B5C0AA7}"/>
              </a:ext>
            </a:extLst>
          </p:cNvPr>
          <p:cNvSpPr/>
          <p:nvPr userDrawn="1"/>
        </p:nvSpPr>
        <p:spPr>
          <a:xfrm>
            <a:off x="350377" y="295920"/>
            <a:ext cx="252000" cy="252000"/>
          </a:xfrm>
          <a:prstGeom prst="rect">
            <a:avLst/>
          </a:prstGeom>
          <a:noFill/>
          <a:ln w="76200">
            <a:solidFill>
              <a:srgbClr val="E716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CFD6727-2907-9FCC-B2FB-F77A1E77D414}"/>
              </a:ext>
            </a:extLst>
          </p:cNvPr>
          <p:cNvSpPr txBox="1"/>
          <p:nvPr userDrawn="1"/>
        </p:nvSpPr>
        <p:spPr>
          <a:xfrm>
            <a:off x="806104" y="190436"/>
            <a:ext cx="2542171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Y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Título de la Presentación</a:t>
            </a:r>
          </a:p>
          <a:p>
            <a:r>
              <a:rPr lang="es-UY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Subtítulo de la Presentación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23BCF2B-911B-CB19-DD3A-C0DF1043E9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528" y="295920"/>
            <a:ext cx="567108" cy="56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25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solidFill>
          <a:srgbClr val="3F3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D7A800B-FF9A-3770-F404-A60E05B41424}"/>
              </a:ext>
            </a:extLst>
          </p:cNvPr>
          <p:cNvCxnSpPr>
            <a:cxnSpLocks/>
          </p:cNvCxnSpPr>
          <p:nvPr userDrawn="1"/>
        </p:nvCxnSpPr>
        <p:spPr>
          <a:xfrm>
            <a:off x="350377" y="6409345"/>
            <a:ext cx="8443245" cy="0"/>
          </a:xfrm>
          <a:prstGeom prst="line">
            <a:avLst/>
          </a:prstGeom>
          <a:ln w="12700">
            <a:solidFill>
              <a:srgbClr val="E716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7F7D100C-6496-34FC-3470-BDC7191B92D4}"/>
              </a:ext>
            </a:extLst>
          </p:cNvPr>
          <p:cNvSpPr txBox="1"/>
          <p:nvPr userDrawn="1"/>
        </p:nvSpPr>
        <p:spPr>
          <a:xfrm>
            <a:off x="6238432" y="6494804"/>
            <a:ext cx="26677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Y" sz="1000" dirty="0">
                <a:solidFill>
                  <a:schemeClr val="bg1"/>
                </a:solidFill>
              </a:rPr>
              <a:t>CUIDAMOS LA ENERGÍA, GENERAMOS FUTURO.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003356F-A80B-7433-FE86-A63F06A982EC}"/>
              </a:ext>
            </a:extLst>
          </p:cNvPr>
          <p:cNvSpPr txBox="1"/>
          <p:nvPr userDrawn="1"/>
        </p:nvSpPr>
        <p:spPr>
          <a:xfrm>
            <a:off x="806104" y="190436"/>
            <a:ext cx="2542171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Y" sz="1800" b="1" dirty="0">
                <a:solidFill>
                  <a:schemeClr val="bg1"/>
                </a:solidFill>
              </a:rPr>
              <a:t>Título de la Presentación</a:t>
            </a:r>
          </a:p>
          <a:p>
            <a:r>
              <a:rPr lang="es-UY" sz="1300" dirty="0">
                <a:solidFill>
                  <a:schemeClr val="bg1"/>
                </a:solidFill>
              </a:rPr>
              <a:t>Subtítulo de la Presentación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DA91BD-7EC4-81D1-5E9A-238B4695C4E8}"/>
              </a:ext>
            </a:extLst>
          </p:cNvPr>
          <p:cNvSpPr/>
          <p:nvPr userDrawn="1"/>
        </p:nvSpPr>
        <p:spPr>
          <a:xfrm>
            <a:off x="350377" y="295920"/>
            <a:ext cx="252000" cy="252000"/>
          </a:xfrm>
          <a:prstGeom prst="rect">
            <a:avLst/>
          </a:prstGeom>
          <a:noFill/>
          <a:ln w="76200">
            <a:solidFill>
              <a:srgbClr val="E716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D0E9F6E-FA19-52C7-AC06-E7710420F0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528" y="295920"/>
            <a:ext cx="567108" cy="56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2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EA14A13D-4BA2-D142-CBCF-311E0CAF77A2}"/>
              </a:ext>
            </a:extLst>
          </p:cNvPr>
          <p:cNvSpPr txBox="1"/>
          <p:nvPr userDrawn="1"/>
        </p:nvSpPr>
        <p:spPr>
          <a:xfrm>
            <a:off x="2742012" y="4737100"/>
            <a:ext cx="36599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UY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San Salvador 1907 – Montevideo, Uruguay</a:t>
            </a:r>
          </a:p>
          <a:p>
            <a:pPr algn="ctr"/>
            <a:r>
              <a:rPr lang="es-UY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Tel.: (598) 2410 69 70 – E-mail: uruguay@segingenieria.com</a:t>
            </a:r>
          </a:p>
          <a:p>
            <a:pPr algn="ctr"/>
            <a:r>
              <a:rPr lang="es-UY" sz="100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www.segingenieria.com</a:t>
            </a:r>
            <a:r>
              <a:rPr lang="es-UY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</a:t>
            </a:r>
            <a:r>
              <a:rPr lang="es-UY" sz="100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@SEGIngenieria</a:t>
            </a:r>
            <a:r>
              <a:rPr lang="es-UY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</a:t>
            </a:r>
            <a:r>
              <a:rPr lang="es-UY" sz="100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SEG </a:t>
            </a:r>
            <a:r>
              <a:rPr lang="es-UY" sz="1000" u="sng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Ingenieria</a:t>
            </a:r>
            <a:endParaRPr lang="es-UY" sz="1000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s-UY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09AEA97-09D1-AD3E-0888-5724C779B32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572" y="5107669"/>
            <a:ext cx="163205" cy="16320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E10659C-D074-9967-8F09-0DFC5CCF81E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147" y="5107669"/>
            <a:ext cx="163205" cy="16320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6342420-9F13-B0A2-3E57-1F6FA6EB62D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854" y="2558622"/>
            <a:ext cx="724291" cy="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03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CFD4381-075C-B728-D602-1E1C2977A8B3}"/>
              </a:ext>
            </a:extLst>
          </p:cNvPr>
          <p:cNvSpPr txBox="1"/>
          <p:nvPr/>
        </p:nvSpPr>
        <p:spPr>
          <a:xfrm>
            <a:off x="526294" y="5325965"/>
            <a:ext cx="36050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Y" sz="2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Título de la Presentación</a:t>
            </a:r>
          </a:p>
          <a:p>
            <a:r>
              <a:rPr lang="es-UY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Subtítulo de la Presentación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A5A954F-9072-8BAD-99D8-93544F8E2DEC}"/>
              </a:ext>
            </a:extLst>
          </p:cNvPr>
          <p:cNvSpPr txBox="1"/>
          <p:nvPr/>
        </p:nvSpPr>
        <p:spPr>
          <a:xfrm>
            <a:off x="7816901" y="6418053"/>
            <a:ext cx="7360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Y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03.2023</a:t>
            </a:r>
          </a:p>
        </p:txBody>
      </p:sp>
    </p:spTree>
    <p:extLst>
      <p:ext uri="{BB962C8B-B14F-4D97-AF65-F5344CB8AC3E}">
        <p14:creationId xmlns:p14="http://schemas.microsoft.com/office/powerpoint/2010/main" val="1557302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03268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EFB750CCFE0B468D1762D324B67001" ma:contentTypeVersion="16" ma:contentTypeDescription="Crear nuevo documento." ma:contentTypeScope="" ma:versionID="ec7988f429e7363b98d5af7af92705c1">
  <xsd:schema xmlns:xsd="http://www.w3.org/2001/XMLSchema" xmlns:xs="http://www.w3.org/2001/XMLSchema" xmlns:p="http://schemas.microsoft.com/office/2006/metadata/properties" xmlns:ns2="2e37229c-000f-4fa5-a2c0-565f0851c53e" xmlns:ns3="091abbf7-70fb-4eb5-bbc3-2256242710eb" xmlns:ns4="64617137-e8c6-4507-8083-4d850d9c2cee" targetNamespace="http://schemas.microsoft.com/office/2006/metadata/properties" ma:root="true" ma:fieldsID="be25b07e81668e5aa686c443fca40db9" ns2:_="" ns3:_="" ns4:_="">
    <xsd:import namespace="2e37229c-000f-4fa5-a2c0-565f0851c53e"/>
    <xsd:import namespace="091abbf7-70fb-4eb5-bbc3-2256242710eb"/>
    <xsd:import namespace="64617137-e8c6-4507-8083-4d850d9c2c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4:SharedWithUsers" minOccurs="0"/>
                <xsd:element ref="ns4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37229c-000f-4fa5-a2c0-565f0851c5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8807681e-29d3-46ca-a868-37d279d1ae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abbf7-70fb-4eb5-bbc3-2256242710e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5f292ac-2348-4834-bad7-d8b15190e092}" ma:internalName="TaxCatchAll" ma:showField="CatchAllData" ma:web="091abbf7-70fb-4eb5-bbc3-2256242710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617137-e8c6-4507-8083-4d850d9c2ce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1abbf7-70fb-4eb5-bbc3-2256242710eb" xsi:nil="true"/>
    <lcf76f155ced4ddcb4097134ff3c332f xmlns="2e37229c-000f-4fa5-a2c0-565f0851c53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05D064A-DDDA-48B4-BD31-55CA68FD72F5}"/>
</file>

<file path=customXml/itemProps2.xml><?xml version="1.0" encoding="utf-8"?>
<ds:datastoreItem xmlns:ds="http://schemas.openxmlformats.org/officeDocument/2006/customXml" ds:itemID="{AD760F00-01B0-491C-BF76-C0CE1A4103AF}"/>
</file>

<file path=customXml/itemProps3.xml><?xml version="1.0" encoding="utf-8"?>
<ds:datastoreItem xmlns:ds="http://schemas.openxmlformats.org/officeDocument/2006/customXml" ds:itemID="{AC539DFC-3F0E-4A15-B8FC-DFBDF86F4096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39</TotalTime>
  <Words>9</Words>
  <Application>Microsoft Office PowerPoint</Application>
  <PresentationFormat>Presentación en pantalla (4:3)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sheila</cp:lastModifiedBy>
  <cp:revision>13</cp:revision>
  <dcterms:created xsi:type="dcterms:W3CDTF">2023-03-30T23:29:01Z</dcterms:created>
  <dcterms:modified xsi:type="dcterms:W3CDTF">2023-04-19T12:56:42Z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0x01010097EFB750CCFE0B468D1762D324B67001</vt:lpwstr>
  </property>
  <property fmtid="{D5CDD505-2E9C-101B-9397-08002B2CF9AE}" pid="3" name="Order">
    <vt:r8>2484400</vt:r8>
  </property>
  <property fmtid="{D5CDD505-2E9C-101B-9397-08002B2CF9AE}" pid="4" name="MediaServiceImageTags">
    <vt:lpwstr/>
  </property>
</Properties>
</file>