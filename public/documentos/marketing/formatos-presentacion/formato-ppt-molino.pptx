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59" r:id="rId7"/>
  </p:sldIdLst>
  <p:sldSz cx="10680700" cy="7569200"/>
  <p:notesSz cx="10680700" cy="7569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9B6F39B-C089-2702-C3A4-EF052A19C668}" name="AE SEG" initials="AS" userId="S::ae@segingenieria.onmicrosoft.com::103cc497-6eea-49e4-8fab-ffacd00395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C1C"/>
    <a:srgbClr val="A7BE20"/>
    <a:srgbClr val="CCFF33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59" d="100"/>
          <a:sy n="59" d="100"/>
        </p:scale>
        <p:origin x="123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Baccino" userId="341b5b6e-19a1-42b6-bf4b-7d4c8a4c0289" providerId="ADAL" clId="{9EC2A111-AA80-4822-BFFF-B2BF0F02F014}"/>
    <pc:docChg chg="delSld modSld">
      <pc:chgData name="Sebastian Baccino" userId="341b5b6e-19a1-42b6-bf4b-7d4c8a4c0289" providerId="ADAL" clId="{9EC2A111-AA80-4822-BFFF-B2BF0F02F014}" dt="2024-04-01T20:58:42.171" v="82" actId="47"/>
      <pc:docMkLst>
        <pc:docMk/>
      </pc:docMkLst>
      <pc:sldChg chg="modSp mod">
        <pc:chgData name="Sebastian Baccino" userId="341b5b6e-19a1-42b6-bf4b-7d4c8a4c0289" providerId="ADAL" clId="{9EC2A111-AA80-4822-BFFF-B2BF0F02F014}" dt="2024-04-01T20:58:01.147" v="45" actId="20577"/>
        <pc:sldMkLst>
          <pc:docMk/>
          <pc:sldMk cId="0" sldId="256"/>
        </pc:sldMkLst>
        <pc:spChg chg="mod">
          <ac:chgData name="Sebastian Baccino" userId="341b5b6e-19a1-42b6-bf4b-7d4c8a4c0289" providerId="ADAL" clId="{9EC2A111-AA80-4822-BFFF-B2BF0F02F014}" dt="2024-04-01T20:58:01.147" v="45" actId="20577"/>
          <ac:spMkLst>
            <pc:docMk/>
            <pc:sldMk cId="0" sldId="256"/>
            <ac:spMk id="8" creationId="{334BAE00-9555-6B05-A3F1-DA72CF9DEB87}"/>
          </ac:spMkLst>
        </pc:spChg>
      </pc:sldChg>
      <pc:sldChg chg="modSp mod">
        <pc:chgData name="Sebastian Baccino" userId="341b5b6e-19a1-42b6-bf4b-7d4c8a4c0289" providerId="ADAL" clId="{9EC2A111-AA80-4822-BFFF-B2BF0F02F014}" dt="2024-04-01T20:58:16.808" v="47" actId="6549"/>
        <pc:sldMkLst>
          <pc:docMk/>
          <pc:sldMk cId="3630709709" sldId="259"/>
        </pc:sldMkLst>
        <pc:spChg chg="mod">
          <ac:chgData name="Sebastian Baccino" userId="341b5b6e-19a1-42b6-bf4b-7d4c8a4c0289" providerId="ADAL" clId="{9EC2A111-AA80-4822-BFFF-B2BF0F02F014}" dt="2024-04-01T20:58:16.808" v="47" actId="6549"/>
          <ac:spMkLst>
            <pc:docMk/>
            <pc:sldMk cId="3630709709" sldId="259"/>
            <ac:spMk id="3" creationId="{5F94C392-02D3-A6E4-86E3-5E4971A1871B}"/>
          </ac:spMkLst>
        </pc:spChg>
      </pc:sldChg>
      <pc:sldChg chg="del">
        <pc:chgData name="Sebastian Baccino" userId="341b5b6e-19a1-42b6-bf4b-7d4c8a4c0289" providerId="ADAL" clId="{9EC2A111-AA80-4822-BFFF-B2BF0F02F014}" dt="2024-04-01T20:58:38.371" v="71" actId="47"/>
        <pc:sldMkLst>
          <pc:docMk/>
          <pc:sldMk cId="3944811963" sldId="266"/>
        </pc:sldMkLst>
      </pc:sldChg>
      <pc:sldChg chg="modSp mod">
        <pc:chgData name="Sebastian Baccino" userId="341b5b6e-19a1-42b6-bf4b-7d4c8a4c0289" providerId="ADAL" clId="{9EC2A111-AA80-4822-BFFF-B2BF0F02F014}" dt="2024-04-01T20:58:10.631" v="46" actId="6549"/>
        <pc:sldMkLst>
          <pc:docMk/>
          <pc:sldMk cId="3665496163" sldId="271"/>
        </pc:sldMkLst>
        <pc:spChg chg="mod">
          <ac:chgData name="Sebastian Baccino" userId="341b5b6e-19a1-42b6-bf4b-7d4c8a4c0289" providerId="ADAL" clId="{9EC2A111-AA80-4822-BFFF-B2BF0F02F014}" dt="2024-04-01T20:58:10.631" v="46" actId="6549"/>
          <ac:spMkLst>
            <pc:docMk/>
            <pc:sldMk cId="3665496163" sldId="271"/>
            <ac:spMk id="12" creationId="{F7D9A2A6-3804-95D2-283A-84200CCFB933}"/>
          </ac:spMkLst>
        </pc:spChg>
      </pc:sldChg>
      <pc:sldChg chg="del">
        <pc:chgData name="Sebastian Baccino" userId="341b5b6e-19a1-42b6-bf4b-7d4c8a4c0289" providerId="ADAL" clId="{9EC2A111-AA80-4822-BFFF-B2BF0F02F014}" dt="2024-04-01T20:58:30.961" v="49" actId="47"/>
        <pc:sldMkLst>
          <pc:docMk/>
          <pc:sldMk cId="170796389" sldId="272"/>
        </pc:sldMkLst>
      </pc:sldChg>
      <pc:sldChg chg="del">
        <pc:chgData name="Sebastian Baccino" userId="341b5b6e-19a1-42b6-bf4b-7d4c8a4c0289" providerId="ADAL" clId="{9EC2A111-AA80-4822-BFFF-B2BF0F02F014}" dt="2024-04-01T20:58:30.091" v="48" actId="47"/>
        <pc:sldMkLst>
          <pc:docMk/>
          <pc:sldMk cId="4170757805" sldId="273"/>
        </pc:sldMkLst>
      </pc:sldChg>
      <pc:sldChg chg="del">
        <pc:chgData name="Sebastian Baccino" userId="341b5b6e-19a1-42b6-bf4b-7d4c8a4c0289" providerId="ADAL" clId="{9EC2A111-AA80-4822-BFFF-B2BF0F02F014}" dt="2024-04-01T20:58:37.954" v="69" actId="47"/>
        <pc:sldMkLst>
          <pc:docMk/>
          <pc:sldMk cId="1169327133" sldId="278"/>
        </pc:sldMkLst>
      </pc:sldChg>
      <pc:sldChg chg="del">
        <pc:chgData name="Sebastian Baccino" userId="341b5b6e-19a1-42b6-bf4b-7d4c8a4c0289" providerId="ADAL" clId="{9EC2A111-AA80-4822-BFFF-B2BF0F02F014}" dt="2024-04-01T20:58:36.149" v="61" actId="47"/>
        <pc:sldMkLst>
          <pc:docMk/>
          <pc:sldMk cId="383270297" sldId="279"/>
        </pc:sldMkLst>
      </pc:sldChg>
      <pc:sldChg chg="del">
        <pc:chgData name="Sebastian Baccino" userId="341b5b6e-19a1-42b6-bf4b-7d4c8a4c0289" providerId="ADAL" clId="{9EC2A111-AA80-4822-BFFF-B2BF0F02F014}" dt="2024-04-01T20:58:37.005" v="66" actId="47"/>
        <pc:sldMkLst>
          <pc:docMk/>
          <pc:sldMk cId="2292285302" sldId="281"/>
        </pc:sldMkLst>
      </pc:sldChg>
      <pc:sldChg chg="del">
        <pc:chgData name="Sebastian Baccino" userId="341b5b6e-19a1-42b6-bf4b-7d4c8a4c0289" providerId="ADAL" clId="{9EC2A111-AA80-4822-BFFF-B2BF0F02F014}" dt="2024-04-01T20:58:37.173" v="67" actId="47"/>
        <pc:sldMkLst>
          <pc:docMk/>
          <pc:sldMk cId="424535705" sldId="282"/>
        </pc:sldMkLst>
      </pc:sldChg>
      <pc:sldChg chg="del">
        <pc:chgData name="Sebastian Baccino" userId="341b5b6e-19a1-42b6-bf4b-7d4c8a4c0289" providerId="ADAL" clId="{9EC2A111-AA80-4822-BFFF-B2BF0F02F014}" dt="2024-04-01T20:58:37.368" v="68" actId="47"/>
        <pc:sldMkLst>
          <pc:docMk/>
          <pc:sldMk cId="2908311983" sldId="283"/>
        </pc:sldMkLst>
      </pc:sldChg>
      <pc:sldChg chg="del">
        <pc:chgData name="Sebastian Baccino" userId="341b5b6e-19a1-42b6-bf4b-7d4c8a4c0289" providerId="ADAL" clId="{9EC2A111-AA80-4822-BFFF-B2BF0F02F014}" dt="2024-04-01T20:58:38.872" v="73" actId="47"/>
        <pc:sldMkLst>
          <pc:docMk/>
          <pc:sldMk cId="2317267663" sldId="284"/>
        </pc:sldMkLst>
      </pc:sldChg>
      <pc:sldChg chg="del">
        <pc:chgData name="Sebastian Baccino" userId="341b5b6e-19a1-42b6-bf4b-7d4c8a4c0289" providerId="ADAL" clId="{9EC2A111-AA80-4822-BFFF-B2BF0F02F014}" dt="2024-04-01T20:58:39.729" v="74" actId="47"/>
        <pc:sldMkLst>
          <pc:docMk/>
          <pc:sldMk cId="1426561517" sldId="285"/>
        </pc:sldMkLst>
      </pc:sldChg>
      <pc:sldChg chg="del">
        <pc:chgData name="Sebastian Baccino" userId="341b5b6e-19a1-42b6-bf4b-7d4c8a4c0289" providerId="ADAL" clId="{9EC2A111-AA80-4822-BFFF-B2BF0F02F014}" dt="2024-04-01T20:58:40.799" v="77" actId="47"/>
        <pc:sldMkLst>
          <pc:docMk/>
          <pc:sldMk cId="2494621303" sldId="287"/>
        </pc:sldMkLst>
      </pc:sldChg>
      <pc:sldChg chg="del">
        <pc:chgData name="Sebastian Baccino" userId="341b5b6e-19a1-42b6-bf4b-7d4c8a4c0289" providerId="ADAL" clId="{9EC2A111-AA80-4822-BFFF-B2BF0F02F014}" dt="2024-04-01T20:58:41.247" v="80" actId="47"/>
        <pc:sldMkLst>
          <pc:docMk/>
          <pc:sldMk cId="472898442" sldId="288"/>
        </pc:sldMkLst>
      </pc:sldChg>
      <pc:sldChg chg="del">
        <pc:chgData name="Sebastian Baccino" userId="341b5b6e-19a1-42b6-bf4b-7d4c8a4c0289" providerId="ADAL" clId="{9EC2A111-AA80-4822-BFFF-B2BF0F02F014}" dt="2024-04-01T20:58:41.986" v="81" actId="47"/>
        <pc:sldMkLst>
          <pc:docMk/>
          <pc:sldMk cId="3242399821" sldId="289"/>
        </pc:sldMkLst>
      </pc:sldChg>
      <pc:sldChg chg="del">
        <pc:chgData name="Sebastian Baccino" userId="341b5b6e-19a1-42b6-bf4b-7d4c8a4c0289" providerId="ADAL" clId="{9EC2A111-AA80-4822-BFFF-B2BF0F02F014}" dt="2024-04-01T20:58:42.171" v="82" actId="47"/>
        <pc:sldMkLst>
          <pc:docMk/>
          <pc:sldMk cId="4094365363" sldId="290"/>
        </pc:sldMkLst>
      </pc:sldChg>
      <pc:sldChg chg="del">
        <pc:chgData name="Sebastian Baccino" userId="341b5b6e-19a1-42b6-bf4b-7d4c8a4c0289" providerId="ADAL" clId="{9EC2A111-AA80-4822-BFFF-B2BF0F02F014}" dt="2024-04-01T20:58:38.471" v="72" actId="47"/>
        <pc:sldMkLst>
          <pc:docMk/>
          <pc:sldMk cId="2442053358" sldId="291"/>
        </pc:sldMkLst>
      </pc:sldChg>
      <pc:sldChg chg="del">
        <pc:chgData name="Sebastian Baccino" userId="341b5b6e-19a1-42b6-bf4b-7d4c8a4c0289" providerId="ADAL" clId="{9EC2A111-AA80-4822-BFFF-B2BF0F02F014}" dt="2024-04-01T20:58:36.334" v="62" actId="47"/>
        <pc:sldMkLst>
          <pc:docMk/>
          <pc:sldMk cId="237623537" sldId="292"/>
        </pc:sldMkLst>
      </pc:sldChg>
      <pc:sldChg chg="del">
        <pc:chgData name="Sebastian Baccino" userId="341b5b6e-19a1-42b6-bf4b-7d4c8a4c0289" providerId="ADAL" clId="{9EC2A111-AA80-4822-BFFF-B2BF0F02F014}" dt="2024-04-01T20:58:40.122" v="76" actId="47"/>
        <pc:sldMkLst>
          <pc:docMk/>
          <pc:sldMk cId="3030548209" sldId="293"/>
        </pc:sldMkLst>
      </pc:sldChg>
      <pc:sldChg chg="del">
        <pc:chgData name="Sebastian Baccino" userId="341b5b6e-19a1-42b6-bf4b-7d4c8a4c0289" providerId="ADAL" clId="{9EC2A111-AA80-4822-BFFF-B2BF0F02F014}" dt="2024-04-01T20:58:39.933" v="75" actId="47"/>
        <pc:sldMkLst>
          <pc:docMk/>
          <pc:sldMk cId="244050245" sldId="294"/>
        </pc:sldMkLst>
      </pc:sldChg>
      <pc:sldChg chg="del">
        <pc:chgData name="Sebastian Baccino" userId="341b5b6e-19a1-42b6-bf4b-7d4c8a4c0289" providerId="ADAL" clId="{9EC2A111-AA80-4822-BFFF-B2BF0F02F014}" dt="2024-04-01T20:58:32.239" v="50" actId="47"/>
        <pc:sldMkLst>
          <pc:docMk/>
          <pc:sldMk cId="1019016021" sldId="295"/>
        </pc:sldMkLst>
      </pc:sldChg>
      <pc:sldChg chg="del">
        <pc:chgData name="Sebastian Baccino" userId="341b5b6e-19a1-42b6-bf4b-7d4c8a4c0289" providerId="ADAL" clId="{9EC2A111-AA80-4822-BFFF-B2BF0F02F014}" dt="2024-04-01T20:58:32.878" v="51" actId="47"/>
        <pc:sldMkLst>
          <pc:docMk/>
          <pc:sldMk cId="1176530380" sldId="296"/>
        </pc:sldMkLst>
      </pc:sldChg>
      <pc:sldChg chg="del">
        <pc:chgData name="Sebastian Baccino" userId="341b5b6e-19a1-42b6-bf4b-7d4c8a4c0289" providerId="ADAL" clId="{9EC2A111-AA80-4822-BFFF-B2BF0F02F014}" dt="2024-04-01T20:58:33.442" v="52" actId="47"/>
        <pc:sldMkLst>
          <pc:docMk/>
          <pc:sldMk cId="3233973559" sldId="297"/>
        </pc:sldMkLst>
      </pc:sldChg>
      <pc:sldChg chg="del">
        <pc:chgData name="Sebastian Baccino" userId="341b5b6e-19a1-42b6-bf4b-7d4c8a4c0289" providerId="ADAL" clId="{9EC2A111-AA80-4822-BFFF-B2BF0F02F014}" dt="2024-04-01T20:58:33.796" v="53" actId="47"/>
        <pc:sldMkLst>
          <pc:docMk/>
          <pc:sldMk cId="563720046" sldId="298"/>
        </pc:sldMkLst>
      </pc:sldChg>
      <pc:sldChg chg="del">
        <pc:chgData name="Sebastian Baccino" userId="341b5b6e-19a1-42b6-bf4b-7d4c8a4c0289" providerId="ADAL" clId="{9EC2A111-AA80-4822-BFFF-B2BF0F02F014}" dt="2024-04-01T20:58:34.081" v="54" actId="47"/>
        <pc:sldMkLst>
          <pc:docMk/>
          <pc:sldMk cId="3841984785" sldId="299"/>
        </pc:sldMkLst>
      </pc:sldChg>
      <pc:sldChg chg="del">
        <pc:chgData name="Sebastian Baccino" userId="341b5b6e-19a1-42b6-bf4b-7d4c8a4c0289" providerId="ADAL" clId="{9EC2A111-AA80-4822-BFFF-B2BF0F02F014}" dt="2024-04-01T20:58:34.313" v="55" actId="47"/>
        <pc:sldMkLst>
          <pc:docMk/>
          <pc:sldMk cId="4254220166" sldId="300"/>
        </pc:sldMkLst>
      </pc:sldChg>
      <pc:sldChg chg="del">
        <pc:chgData name="Sebastian Baccino" userId="341b5b6e-19a1-42b6-bf4b-7d4c8a4c0289" providerId="ADAL" clId="{9EC2A111-AA80-4822-BFFF-B2BF0F02F014}" dt="2024-04-01T20:58:34.777" v="56" actId="47"/>
        <pc:sldMkLst>
          <pc:docMk/>
          <pc:sldMk cId="2922017186" sldId="301"/>
        </pc:sldMkLst>
      </pc:sldChg>
      <pc:sldChg chg="del">
        <pc:chgData name="Sebastian Baccino" userId="341b5b6e-19a1-42b6-bf4b-7d4c8a4c0289" providerId="ADAL" clId="{9EC2A111-AA80-4822-BFFF-B2BF0F02F014}" dt="2024-04-01T20:58:35.151" v="57" actId="47"/>
        <pc:sldMkLst>
          <pc:docMk/>
          <pc:sldMk cId="2703183248" sldId="302"/>
        </pc:sldMkLst>
      </pc:sldChg>
      <pc:sldChg chg="del">
        <pc:chgData name="Sebastian Baccino" userId="341b5b6e-19a1-42b6-bf4b-7d4c8a4c0289" providerId="ADAL" clId="{9EC2A111-AA80-4822-BFFF-B2BF0F02F014}" dt="2024-04-01T20:58:35.663" v="60" actId="47"/>
        <pc:sldMkLst>
          <pc:docMk/>
          <pc:sldMk cId="3821487701" sldId="303"/>
        </pc:sldMkLst>
      </pc:sldChg>
      <pc:sldChg chg="del">
        <pc:chgData name="Sebastian Baccino" userId="341b5b6e-19a1-42b6-bf4b-7d4c8a4c0289" providerId="ADAL" clId="{9EC2A111-AA80-4822-BFFF-B2BF0F02F014}" dt="2024-04-01T20:58:36.503" v="63" actId="47"/>
        <pc:sldMkLst>
          <pc:docMk/>
          <pc:sldMk cId="3512798846" sldId="304"/>
        </pc:sldMkLst>
      </pc:sldChg>
      <pc:sldChg chg="del">
        <pc:chgData name="Sebastian Baccino" userId="341b5b6e-19a1-42b6-bf4b-7d4c8a4c0289" providerId="ADAL" clId="{9EC2A111-AA80-4822-BFFF-B2BF0F02F014}" dt="2024-04-01T20:58:36.666" v="64" actId="47"/>
        <pc:sldMkLst>
          <pc:docMk/>
          <pc:sldMk cId="1324543754" sldId="305"/>
        </pc:sldMkLst>
      </pc:sldChg>
      <pc:sldChg chg="del">
        <pc:chgData name="Sebastian Baccino" userId="341b5b6e-19a1-42b6-bf4b-7d4c8a4c0289" providerId="ADAL" clId="{9EC2A111-AA80-4822-BFFF-B2BF0F02F014}" dt="2024-04-01T20:58:36.867" v="65" actId="47"/>
        <pc:sldMkLst>
          <pc:docMk/>
          <pc:sldMk cId="3143233047" sldId="306"/>
        </pc:sldMkLst>
      </pc:sldChg>
      <pc:sldChg chg="del">
        <pc:chgData name="Sebastian Baccino" userId="341b5b6e-19a1-42b6-bf4b-7d4c8a4c0289" providerId="ADAL" clId="{9EC2A111-AA80-4822-BFFF-B2BF0F02F014}" dt="2024-04-01T20:58:35.363" v="58" actId="47"/>
        <pc:sldMkLst>
          <pc:docMk/>
          <pc:sldMk cId="2748707687" sldId="307"/>
        </pc:sldMkLst>
      </pc:sldChg>
      <pc:sldChg chg="del">
        <pc:chgData name="Sebastian Baccino" userId="341b5b6e-19a1-42b6-bf4b-7d4c8a4c0289" providerId="ADAL" clId="{9EC2A111-AA80-4822-BFFF-B2BF0F02F014}" dt="2024-04-01T20:58:35.501" v="59" actId="47"/>
        <pc:sldMkLst>
          <pc:docMk/>
          <pc:sldMk cId="986193577" sldId="308"/>
        </pc:sldMkLst>
      </pc:sldChg>
      <pc:sldChg chg="del">
        <pc:chgData name="Sebastian Baccino" userId="341b5b6e-19a1-42b6-bf4b-7d4c8a4c0289" providerId="ADAL" clId="{9EC2A111-AA80-4822-BFFF-B2BF0F02F014}" dt="2024-04-01T20:58:38.139" v="70" actId="47"/>
        <pc:sldMkLst>
          <pc:docMk/>
          <pc:sldMk cId="2823072669" sldId="310"/>
        </pc:sldMkLst>
      </pc:sldChg>
      <pc:sldChg chg="del">
        <pc:chgData name="Sebastian Baccino" userId="341b5b6e-19a1-42b6-bf4b-7d4c8a4c0289" providerId="ADAL" clId="{9EC2A111-AA80-4822-BFFF-B2BF0F02F014}" dt="2024-04-01T20:58:40.984" v="78" actId="47"/>
        <pc:sldMkLst>
          <pc:docMk/>
          <pc:sldMk cId="3673877963" sldId="311"/>
        </pc:sldMkLst>
      </pc:sldChg>
      <pc:sldChg chg="del">
        <pc:chgData name="Sebastian Baccino" userId="341b5b6e-19a1-42b6-bf4b-7d4c8a4c0289" providerId="ADAL" clId="{9EC2A111-AA80-4822-BFFF-B2BF0F02F014}" dt="2024-04-01T20:58:41.100" v="79" actId="47"/>
        <pc:sldMkLst>
          <pc:docMk/>
          <pc:sldMk cId="1564234253" sldId="312"/>
        </pc:sldMkLst>
      </pc:sldChg>
    </pc:docChg>
  </pc:docChgLst>
  <pc:docChgLst>
    <pc:chgData name="Leonardo De Leon" userId="9f0b9b60-d41e-48e3-97ae-0fa19f9cb94b" providerId="ADAL" clId="{997F8077-2729-49F0-B744-7B769A17361A}"/>
    <pc:docChg chg="custSel modSld">
      <pc:chgData name="Leonardo De Leon" userId="9f0b9b60-d41e-48e3-97ae-0fa19f9cb94b" providerId="ADAL" clId="{997F8077-2729-49F0-B744-7B769A17361A}" dt="2024-04-09T16:43:18.200" v="1" actId="21"/>
      <pc:docMkLst>
        <pc:docMk/>
      </pc:docMkLst>
      <pc:sldChg chg="delSp mod">
        <pc:chgData name="Leonardo De Leon" userId="9f0b9b60-d41e-48e3-97ae-0fa19f9cb94b" providerId="ADAL" clId="{997F8077-2729-49F0-B744-7B769A17361A}" dt="2024-04-09T16:43:18.200" v="1" actId="21"/>
        <pc:sldMkLst>
          <pc:docMk/>
          <pc:sldMk cId="0" sldId="256"/>
        </pc:sldMkLst>
        <pc:spChg chg="del">
          <ac:chgData name="Leonardo De Leon" userId="9f0b9b60-d41e-48e3-97ae-0fa19f9cb94b" providerId="ADAL" clId="{997F8077-2729-49F0-B744-7B769A17361A}" dt="2024-04-09T16:43:18.200" v="1" actId="21"/>
          <ac:spMkLst>
            <pc:docMk/>
            <pc:sldMk cId="0" sldId="256"/>
            <ac:spMk id="2" creationId="{00000000-0000-0000-0000-000000000000}"/>
          </ac:spMkLst>
        </pc:spChg>
        <pc:spChg chg="del">
          <ac:chgData name="Leonardo De Leon" userId="9f0b9b60-d41e-48e3-97ae-0fa19f9cb94b" providerId="ADAL" clId="{997F8077-2729-49F0-B744-7B769A17361A}" dt="2024-04-09T16:42:40.618" v="0" actId="21"/>
          <ac:spMkLst>
            <pc:docMk/>
            <pc:sldMk cId="0" sldId="256"/>
            <ac:spMk id="8" creationId="{334BAE00-9555-6B05-A3F1-DA72CF9DEB87}"/>
          </ac:spMkLst>
        </pc:spChg>
        <pc:picChg chg="del">
          <ac:chgData name="Leonardo De Leon" userId="9f0b9b60-d41e-48e3-97ae-0fa19f9cb94b" providerId="ADAL" clId="{997F8077-2729-49F0-B744-7B769A17361A}" dt="2024-04-09T16:43:18.200" v="1" actId="21"/>
          <ac:picMkLst>
            <pc:docMk/>
            <pc:sldMk cId="0" sldId="256"/>
            <ac:picMk id="6" creationId="{7F886D58-C612-C0A0-0241-176BE7C9B7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5568696" cy="7543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9729216" y="347471"/>
            <a:ext cx="630935" cy="640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6702552" y="4215383"/>
            <a:ext cx="2574036" cy="20253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909" y="2346452"/>
            <a:ext cx="9088310" cy="158953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3819" y="4238752"/>
            <a:ext cx="7484490" cy="18923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06" y="1740916"/>
            <a:ext cx="4651076" cy="49956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6446" y="1740916"/>
            <a:ext cx="4651076" cy="49956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553" y="946016"/>
            <a:ext cx="9529022" cy="54392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411" y="2790387"/>
            <a:ext cx="9547306" cy="153616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324" y="7039356"/>
            <a:ext cx="3421481" cy="3784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06" y="7039356"/>
            <a:ext cx="2459189" cy="3784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4/9/2024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8333" y="7039356"/>
            <a:ext cx="2459189" cy="3784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 flipH="1">
            <a:off x="753987" y="230108"/>
            <a:ext cx="81831" cy="1060919"/>
          </a:xfrm>
          <a:custGeom>
            <a:avLst/>
            <a:gdLst/>
            <a:ahLst/>
            <a:cxnLst/>
            <a:rect l="l" t="t" r="r" b="b"/>
            <a:pathLst>
              <a:path h="579083">
                <a:moveTo>
                  <a:pt x="0" y="579083"/>
                </a:moveTo>
                <a:lnTo>
                  <a:pt x="0" y="0"/>
                </a:lnTo>
              </a:path>
            </a:pathLst>
          </a:custGeom>
          <a:ln w="22816">
            <a:solidFill>
              <a:srgbClr val="E01C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0669182" y="2334570"/>
            <a:ext cx="45719" cy="3736030"/>
          </a:xfrm>
          <a:custGeom>
            <a:avLst/>
            <a:gdLst/>
            <a:ahLst/>
            <a:cxnLst/>
            <a:rect l="l" t="t" r="r" b="b"/>
            <a:pathLst>
              <a:path h="2685670">
                <a:moveTo>
                  <a:pt x="0" y="2685670"/>
                </a:moveTo>
                <a:lnTo>
                  <a:pt x="0" y="0"/>
                </a:lnTo>
              </a:path>
            </a:pathLst>
          </a:custGeom>
          <a:ln w="9126">
            <a:solidFill>
              <a:srgbClr val="88ACC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060993" y="2150020"/>
            <a:ext cx="3829685" cy="41491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42900" indent="-342900">
              <a:buFontTx/>
              <a:buAutoNum type="arabicPeriod" startAt="3"/>
            </a:pPr>
            <a:endParaRPr lang="es-UY" spc="-120" dirty="0">
              <a:solidFill>
                <a:srgbClr val="676767"/>
              </a:solidFill>
              <a:latin typeface="Arial Nova Light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marL="342900" indent="-342900">
              <a:buFontTx/>
              <a:buAutoNum type="arabicPeriod" startAt="3"/>
            </a:pPr>
            <a:endParaRPr lang="es-UY" sz="1800" spc="-120" dirty="0">
              <a:solidFill>
                <a:srgbClr val="676767"/>
              </a:solidFill>
              <a:latin typeface="Arial Nova Light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marL="342900" lvl="0" indent="-342900">
              <a:buAutoNum type="arabicPeriod" startAt="3"/>
            </a:pPr>
            <a:endParaRPr lang="es-UY" spc="-120" dirty="0">
              <a:solidFill>
                <a:srgbClr val="676767"/>
              </a:solidFill>
              <a:latin typeface="Arial Nova Light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marL="342900" lvl="0" indent="-342900">
              <a:buAutoNum type="arabicPeriod" startAt="3"/>
            </a:pPr>
            <a:endParaRPr lang="es-UY" sz="1800" spc="-120" dirty="0">
              <a:solidFill>
                <a:srgbClr val="676767"/>
              </a:solidFill>
              <a:latin typeface="Arial Nova Light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marL="342900" lvl="0" indent="-342900">
              <a:buAutoNum type="arabicPeriod" startAt="3"/>
            </a:pPr>
            <a:endParaRPr lang="es-UY" spc="-120" dirty="0">
              <a:solidFill>
                <a:srgbClr val="676767"/>
              </a:solidFill>
              <a:latin typeface="Arial Nova Light" panose="020B0604020202020204" pitchFamily="34" charset="0"/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marL="342900" lvl="0" indent="-342900">
              <a:buAutoNum type="arabicPeriod" startAt="3"/>
            </a:pPr>
            <a:endParaRPr sz="1400" dirty="0">
              <a:latin typeface="Calibri Light" panose="020F0302020204030204" pitchFamily="34" charset="0"/>
              <a:ea typeface="Meiryo" panose="020B0604030504040204" pitchFamily="34" charset="-128"/>
              <a:cs typeface="Calibri Light" panose="020F0302020204030204" pitchFamily="34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281FFE4-3B38-4A69-AF59-23756962C9EB}"/>
              </a:ext>
            </a:extLst>
          </p:cNvPr>
          <p:cNvSpPr/>
          <p:nvPr/>
        </p:nvSpPr>
        <p:spPr>
          <a:xfrm>
            <a:off x="6142903" y="2222049"/>
            <a:ext cx="4526280" cy="5347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CC05CE9-B4E4-453D-8B26-9A988A475390}"/>
              </a:ext>
            </a:extLst>
          </p:cNvPr>
          <p:cNvSpPr/>
          <p:nvPr/>
        </p:nvSpPr>
        <p:spPr>
          <a:xfrm>
            <a:off x="6154420" y="3514345"/>
            <a:ext cx="0" cy="501265"/>
          </a:xfrm>
          <a:custGeom>
            <a:avLst/>
            <a:gdLst/>
            <a:ahLst/>
            <a:cxnLst/>
            <a:rect l="l" t="t" r="r" b="b"/>
            <a:pathLst>
              <a:path h="501265">
                <a:moveTo>
                  <a:pt x="0" y="501265"/>
                </a:moveTo>
                <a:lnTo>
                  <a:pt x="0" y="0"/>
                </a:lnTo>
              </a:path>
            </a:pathLst>
          </a:custGeom>
          <a:ln w="22826">
            <a:solidFill>
              <a:srgbClr val="BCC8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0FCC9ED-0BA0-43FF-92EF-5CE7A220741B}"/>
              </a:ext>
            </a:extLst>
          </p:cNvPr>
          <p:cNvSpPr/>
          <p:nvPr/>
        </p:nvSpPr>
        <p:spPr>
          <a:xfrm>
            <a:off x="10140950" y="6985000"/>
            <a:ext cx="232917" cy="381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55480" y="374903"/>
            <a:ext cx="818387" cy="804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F9A438D9-0597-47C7-8C77-5403C4B7DA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479" y="173018"/>
            <a:ext cx="1309001" cy="1208439"/>
          </a:xfrm>
          <a:prstGeom prst="rect">
            <a:avLst/>
          </a:prstGeom>
        </p:spPr>
      </p:pic>
      <p:sp>
        <p:nvSpPr>
          <p:cNvPr id="26" name="object 5">
            <a:extLst>
              <a:ext uri="{FF2B5EF4-FFF2-40B4-BE49-F238E27FC236}">
                <a16:creationId xmlns:a16="http://schemas.microsoft.com/office/drawing/2014/main" id="{1E6B0F5D-7E8F-4D06-975B-5D509C98E09D}"/>
              </a:ext>
            </a:extLst>
          </p:cNvPr>
          <p:cNvSpPr/>
          <p:nvPr/>
        </p:nvSpPr>
        <p:spPr>
          <a:xfrm>
            <a:off x="10669182" y="2334570"/>
            <a:ext cx="45719" cy="3736030"/>
          </a:xfrm>
          <a:custGeom>
            <a:avLst/>
            <a:gdLst/>
            <a:ahLst/>
            <a:cxnLst/>
            <a:rect l="l" t="t" r="r" b="b"/>
            <a:pathLst>
              <a:path h="2685670">
                <a:moveTo>
                  <a:pt x="0" y="2685670"/>
                </a:moveTo>
                <a:lnTo>
                  <a:pt x="0" y="0"/>
                </a:lnTo>
              </a:path>
            </a:pathLst>
          </a:custGeom>
          <a:ln w="9126">
            <a:solidFill>
              <a:srgbClr val="88ACC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322E7DA8-566E-E506-6F48-9D3A9A21E7A5}"/>
              </a:ext>
            </a:extLst>
          </p:cNvPr>
          <p:cNvSpPr/>
          <p:nvPr/>
        </p:nvSpPr>
        <p:spPr>
          <a:xfrm flipH="1">
            <a:off x="782745" y="431443"/>
            <a:ext cx="81831" cy="1060919"/>
          </a:xfrm>
          <a:custGeom>
            <a:avLst/>
            <a:gdLst/>
            <a:ahLst/>
            <a:cxnLst/>
            <a:rect l="l" t="t" r="r" b="b"/>
            <a:pathLst>
              <a:path h="579083">
                <a:moveTo>
                  <a:pt x="0" y="579083"/>
                </a:moveTo>
                <a:lnTo>
                  <a:pt x="0" y="0"/>
                </a:lnTo>
              </a:path>
            </a:pathLst>
          </a:custGeom>
          <a:ln w="22816">
            <a:solidFill>
              <a:srgbClr val="E01C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D9A2A6-3804-95D2-283A-84200CCFB933}"/>
              </a:ext>
            </a:extLst>
          </p:cNvPr>
          <p:cNvSpPr txBox="1"/>
          <p:nvPr/>
        </p:nvSpPr>
        <p:spPr>
          <a:xfrm>
            <a:off x="942894" y="1733079"/>
            <a:ext cx="8740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UY" sz="1800" dirty="0">
              <a:solidFill>
                <a:schemeClr val="accent3">
                  <a:lumMod val="75000"/>
                </a:schemeClr>
              </a:solidFill>
              <a:latin typeface="Arial Nova Light" panose="020B0304020202020204" pitchFamily="34" charset="0"/>
            </a:endParaRPr>
          </a:p>
          <a:p>
            <a:endParaRPr lang="es-UY" sz="1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496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55480" y="374903"/>
            <a:ext cx="818387" cy="804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pic>
        <p:nvPicPr>
          <p:cNvPr id="9" name="Imagen 8" descr="Texto, Logotipo&#10;&#10;Descripción generada automáticamente">
            <a:extLst>
              <a:ext uri="{FF2B5EF4-FFF2-40B4-BE49-F238E27FC236}">
                <a16:creationId xmlns:a16="http://schemas.microsoft.com/office/drawing/2014/main" id="{F9A438D9-0597-47C7-8C77-5403C4B7DA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479" y="173018"/>
            <a:ext cx="1309001" cy="1208439"/>
          </a:xfrm>
          <a:prstGeom prst="rect">
            <a:avLst/>
          </a:prstGeom>
        </p:spPr>
      </p:pic>
      <p:sp>
        <p:nvSpPr>
          <p:cNvPr id="26" name="object 5">
            <a:extLst>
              <a:ext uri="{FF2B5EF4-FFF2-40B4-BE49-F238E27FC236}">
                <a16:creationId xmlns:a16="http://schemas.microsoft.com/office/drawing/2014/main" id="{1E6B0F5D-7E8F-4D06-975B-5D509C98E09D}"/>
              </a:ext>
            </a:extLst>
          </p:cNvPr>
          <p:cNvSpPr/>
          <p:nvPr/>
        </p:nvSpPr>
        <p:spPr>
          <a:xfrm>
            <a:off x="10669182" y="2334570"/>
            <a:ext cx="45719" cy="3736030"/>
          </a:xfrm>
          <a:custGeom>
            <a:avLst/>
            <a:gdLst/>
            <a:ahLst/>
            <a:cxnLst/>
            <a:rect l="l" t="t" r="r" b="b"/>
            <a:pathLst>
              <a:path h="2685670">
                <a:moveTo>
                  <a:pt x="0" y="2685670"/>
                </a:moveTo>
                <a:lnTo>
                  <a:pt x="0" y="0"/>
                </a:lnTo>
              </a:path>
            </a:pathLst>
          </a:custGeom>
          <a:ln w="9126">
            <a:solidFill>
              <a:srgbClr val="88ACC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322E7DA8-566E-E506-6F48-9D3A9A21E7A5}"/>
              </a:ext>
            </a:extLst>
          </p:cNvPr>
          <p:cNvSpPr/>
          <p:nvPr/>
        </p:nvSpPr>
        <p:spPr>
          <a:xfrm flipH="1">
            <a:off x="782745" y="431443"/>
            <a:ext cx="81831" cy="1060919"/>
          </a:xfrm>
          <a:custGeom>
            <a:avLst/>
            <a:gdLst/>
            <a:ahLst/>
            <a:cxnLst/>
            <a:rect l="l" t="t" r="r" b="b"/>
            <a:pathLst>
              <a:path h="579083">
                <a:moveTo>
                  <a:pt x="0" y="579083"/>
                </a:moveTo>
                <a:lnTo>
                  <a:pt x="0" y="0"/>
                </a:lnTo>
              </a:path>
            </a:pathLst>
          </a:custGeom>
          <a:ln w="22816">
            <a:solidFill>
              <a:srgbClr val="E01C1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94C392-02D3-A6E4-86E3-5E4971A1871B}"/>
              </a:ext>
            </a:extLst>
          </p:cNvPr>
          <p:cNvSpPr txBox="1"/>
          <p:nvPr/>
        </p:nvSpPr>
        <p:spPr>
          <a:xfrm>
            <a:off x="942894" y="1733079"/>
            <a:ext cx="8740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UY" sz="1800" dirty="0">
              <a:solidFill>
                <a:schemeClr val="accent3">
                  <a:lumMod val="75000"/>
                </a:schemeClr>
              </a:solidFill>
              <a:latin typeface="Arial Nova Light" panose="020B0304020202020204" pitchFamily="34" charset="0"/>
            </a:endParaRPr>
          </a:p>
          <a:p>
            <a:endParaRPr lang="es-UY" sz="1800" dirty="0">
              <a:solidFill>
                <a:schemeClr val="tx1">
                  <a:lumMod val="65000"/>
                  <a:lumOff val="35000"/>
                </a:schemeClr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70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EFB750CCFE0B468D1762D324B67001" ma:contentTypeVersion="16" ma:contentTypeDescription="Crear nuevo documento." ma:contentTypeScope="" ma:versionID="ec7988f429e7363b98d5af7af92705c1">
  <xsd:schema xmlns:xsd="http://www.w3.org/2001/XMLSchema" xmlns:xs="http://www.w3.org/2001/XMLSchema" xmlns:p="http://schemas.microsoft.com/office/2006/metadata/properties" xmlns:ns2="2e37229c-000f-4fa5-a2c0-565f0851c53e" xmlns:ns3="091abbf7-70fb-4eb5-bbc3-2256242710eb" xmlns:ns4="64617137-e8c6-4507-8083-4d850d9c2cee" targetNamespace="http://schemas.microsoft.com/office/2006/metadata/properties" ma:root="true" ma:fieldsID="be25b07e81668e5aa686c443fca40db9" ns2:_="" ns3:_="" ns4:_="">
    <xsd:import namespace="2e37229c-000f-4fa5-a2c0-565f0851c53e"/>
    <xsd:import namespace="091abbf7-70fb-4eb5-bbc3-2256242710eb"/>
    <xsd:import namespace="64617137-e8c6-4507-8083-4d850d9c2c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7229c-000f-4fa5-a2c0-565f0851c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807681e-29d3-46ca-a868-37d279d1ae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abbf7-70fb-4eb5-bbc3-2256242710e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f292ac-2348-4834-bad7-d8b15190e092}" ma:internalName="TaxCatchAll" ma:showField="CatchAllData" ma:web="091abbf7-70fb-4eb5-bbc3-225624271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17137-e8c6-4507-8083-4d850d9c2ce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1abbf7-70fb-4eb5-bbc3-2256242710eb" xsi:nil="true"/>
    <lcf76f155ced4ddcb4097134ff3c332f xmlns="2e37229c-000f-4fa5-a2c0-565f0851c5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32F132-720F-49AA-BECE-05E6824D4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347ECD-7525-42CC-83A2-27BCF31A931A}"/>
</file>

<file path=customXml/itemProps3.xml><?xml version="1.0" encoding="utf-8"?>
<ds:datastoreItem xmlns:ds="http://schemas.openxmlformats.org/officeDocument/2006/customXml" ds:itemID="{665CA9B3-4AB6-4BE7-AB0B-18140F5156F7}">
  <ds:schemaRefs>
    <ds:schemaRef ds:uri="http://schemas.microsoft.com/office/2006/metadata/properties"/>
    <ds:schemaRef ds:uri="http://schemas.microsoft.com/office/infopath/2007/PartnerControls"/>
    <ds:schemaRef ds:uri="091abbf7-70fb-4eb5-bbc3-2256242710eb"/>
    <ds:schemaRef ds:uri="2e37229c-000f-4fa5-a2c0-565f0851c53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27064</TotalTime>
  <Words>0</Words>
  <Application>Microsoft Office PowerPoint</Application>
  <PresentationFormat>Personalizado</PresentationFormat>
  <Paragraphs>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Nova Light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Martin Piedra Cueva</dc:creator>
  <cp:lastModifiedBy>Leonardo De Leon</cp:lastModifiedBy>
  <cp:revision>86</cp:revision>
  <dcterms:created xsi:type="dcterms:W3CDTF">2021-03-12T17:31:26Z</dcterms:created>
  <dcterms:modified xsi:type="dcterms:W3CDTF">2024-04-09T16:43:27Z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2020-07-06T00:00:00Z</vt:filetime>
  </property>
  <property fmtid="{D5CDD505-2E9C-101B-9397-08002B2CF9AE}" pid="3" name="LastSaved">
    <vt:filetime>2021-03-12T00:00:00Z</vt:filetime>
  </property>
  <property fmtid="{D5CDD505-2E9C-101B-9397-08002B2CF9AE}" pid="4" name="ContentTypeId">
    <vt:lpwstr>0x01010097EFB750CCFE0B468D1762D324B67001</vt:lpwstr>
  </property>
  <property fmtid="{D5CDD505-2E9C-101B-9397-08002B2CF9AE}" pid="5" name="MediaServiceImageTags">
    <vt:lpwstr/>
  </property>
</Properties>
</file>