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5" r:id="rId23"/>
    <p:sldId id="276" r:id="rId24"/>
    <p:sldId id="277" r:id="rId25"/>
    <p:sldId id="279" r:id="rId26"/>
    <p:sldId id="280" r:id="rId27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40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ila Olsen-Böje" userId="f2d64535-10dd-4a05-8dd2-2f65c79fff9e" providerId="ADAL" clId="{E167656D-D3D2-4F3A-8752-B709F1D0353A}"/>
    <pc:docChg chg="delSld">
      <pc:chgData name="Sheila Olsen-Böje" userId="f2d64535-10dd-4a05-8dd2-2f65c79fff9e" providerId="ADAL" clId="{E167656D-D3D2-4F3A-8752-B709F1D0353A}" dt="2026-08-27T14:08:02.275" v="1" actId="2696"/>
      <pc:docMkLst>
        <pc:docMk/>
      </pc:docMkLst>
      <pc:sldChg chg="del">
        <pc:chgData name="Sheila Olsen-Böje" userId="f2d64535-10dd-4a05-8dd2-2f65c79fff9e" providerId="ADAL" clId="{E167656D-D3D2-4F3A-8752-B709F1D0353A}" dt="2026-08-27T14:08:02.275" v="1" actId="2696"/>
        <pc:sldMkLst>
          <pc:docMk/>
          <pc:sldMk cId="0" sldId="272"/>
        </pc:sldMkLst>
      </pc:sldChg>
      <pc:sldChg chg="del">
        <pc:chgData name="Sheila Olsen-Böje" userId="f2d64535-10dd-4a05-8dd2-2f65c79fff9e" providerId="ADAL" clId="{E167656D-D3D2-4F3A-8752-B709F1D0353A}" dt="2026-08-27T14:07:37.452" v="0" actId="2696"/>
        <pc:sldMkLst>
          <pc:docMk/>
          <pc:sldMk cId="0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rgbClr val="70A64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‹Nº›</a:t>
            </a:fld>
            <a:endParaRPr spc="-5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rgbClr val="70A64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‹Nº›</a:t>
            </a:fld>
            <a:endParaRPr spc="-5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rgbClr val="70A64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‹Nº›</a:t>
            </a:fld>
            <a:endParaRPr spc="-5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rgbClr val="70A64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‹Nº›</a:t>
            </a:fld>
            <a:endParaRPr spc="-5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‹Nº›</a:t>
            </a:fld>
            <a:endParaRPr spc="-5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6736" y="2651051"/>
            <a:ext cx="2818765" cy="645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rgbClr val="70A64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18677" y="7035080"/>
            <a:ext cx="285541" cy="2196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‹Nº›</a:t>
            </a:fld>
            <a:endParaRPr spc="-50" dirty="0">
              <a:solidFill>
                <a:srgbClr val="66666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12.xml"/><Relationship Id="rId7" Type="http://schemas.openxmlformats.org/officeDocument/2006/relationships/slide" Target="slide16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5.xml"/><Relationship Id="rId5" Type="http://schemas.openxmlformats.org/officeDocument/2006/relationships/slide" Target="slide14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8.png"/><Relationship Id="rId21" Type="http://schemas.openxmlformats.org/officeDocument/2006/relationships/image" Target="../media/image24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7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3.png"/><Relationship Id="rId19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6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5.jp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2.png"/><Relationship Id="rId2" Type="http://schemas.openxmlformats.org/officeDocument/2006/relationships/image" Target="../media/image48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1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72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jpg"/><Relationship Id="rId18" Type="http://schemas.openxmlformats.org/officeDocument/2006/relationships/image" Target="../media/image87.png"/><Relationship Id="rId26" Type="http://schemas.openxmlformats.org/officeDocument/2006/relationships/image" Target="../media/image95.jpg"/><Relationship Id="rId3" Type="http://schemas.openxmlformats.org/officeDocument/2006/relationships/image" Target="../media/image74.png"/><Relationship Id="rId21" Type="http://schemas.openxmlformats.org/officeDocument/2006/relationships/image" Target="../media/image90.jpg"/><Relationship Id="rId34" Type="http://schemas.openxmlformats.org/officeDocument/2006/relationships/image" Target="../media/image103.png"/><Relationship Id="rId7" Type="http://schemas.openxmlformats.org/officeDocument/2006/relationships/image" Target="../media/image76.png"/><Relationship Id="rId12" Type="http://schemas.openxmlformats.org/officeDocument/2006/relationships/image" Target="../media/image81.jpg"/><Relationship Id="rId17" Type="http://schemas.openxmlformats.org/officeDocument/2006/relationships/image" Target="../media/image86.png"/><Relationship Id="rId25" Type="http://schemas.openxmlformats.org/officeDocument/2006/relationships/image" Target="../media/image94.png"/><Relationship Id="rId33" Type="http://schemas.openxmlformats.org/officeDocument/2006/relationships/image" Target="../media/image102.png"/><Relationship Id="rId2" Type="http://schemas.openxmlformats.org/officeDocument/2006/relationships/image" Target="../media/image73.png"/><Relationship Id="rId16" Type="http://schemas.openxmlformats.org/officeDocument/2006/relationships/image" Target="../media/image85.jpg"/><Relationship Id="rId20" Type="http://schemas.openxmlformats.org/officeDocument/2006/relationships/image" Target="../media/image89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80.jpg"/><Relationship Id="rId24" Type="http://schemas.openxmlformats.org/officeDocument/2006/relationships/image" Target="../media/image93.jpg"/><Relationship Id="rId32" Type="http://schemas.openxmlformats.org/officeDocument/2006/relationships/image" Target="../media/image101.png"/><Relationship Id="rId5" Type="http://schemas.openxmlformats.org/officeDocument/2006/relationships/image" Target="../media/image75.png"/><Relationship Id="rId15" Type="http://schemas.openxmlformats.org/officeDocument/2006/relationships/image" Target="../media/image84.jpg"/><Relationship Id="rId23" Type="http://schemas.openxmlformats.org/officeDocument/2006/relationships/image" Target="../media/image92.jpg"/><Relationship Id="rId28" Type="http://schemas.openxmlformats.org/officeDocument/2006/relationships/image" Target="../media/image97.png"/><Relationship Id="rId10" Type="http://schemas.openxmlformats.org/officeDocument/2006/relationships/image" Target="../media/image79.jpg"/><Relationship Id="rId19" Type="http://schemas.openxmlformats.org/officeDocument/2006/relationships/image" Target="../media/image88.png"/><Relationship Id="rId31" Type="http://schemas.openxmlformats.org/officeDocument/2006/relationships/image" Target="../media/image100.png"/><Relationship Id="rId4" Type="http://schemas.openxmlformats.org/officeDocument/2006/relationships/image" Target="../media/image6.png"/><Relationship Id="rId9" Type="http://schemas.openxmlformats.org/officeDocument/2006/relationships/image" Target="../media/image78.jpg"/><Relationship Id="rId14" Type="http://schemas.openxmlformats.org/officeDocument/2006/relationships/image" Target="../media/image83.jpg"/><Relationship Id="rId22" Type="http://schemas.openxmlformats.org/officeDocument/2006/relationships/image" Target="../media/image91.png"/><Relationship Id="rId27" Type="http://schemas.openxmlformats.org/officeDocument/2006/relationships/image" Target="../media/image96.jpg"/><Relationship Id="rId30" Type="http://schemas.openxmlformats.org/officeDocument/2006/relationships/image" Target="../media/image99.png"/><Relationship Id="rId35" Type="http://schemas.openxmlformats.org/officeDocument/2006/relationships/image" Target="../media/image104.png"/><Relationship Id="rId8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6.png"/><Relationship Id="rId7" Type="http://schemas.openxmlformats.org/officeDocument/2006/relationships/image" Target="../media/image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9.png"/><Relationship Id="rId11" Type="http://schemas.openxmlformats.org/officeDocument/2006/relationships/image" Target="../media/image77.png"/><Relationship Id="rId5" Type="http://schemas.openxmlformats.org/officeDocument/2006/relationships/image" Target="../media/image108.png"/><Relationship Id="rId10" Type="http://schemas.openxmlformats.org/officeDocument/2006/relationships/image" Target="../media/image76.png"/><Relationship Id="rId4" Type="http://schemas.openxmlformats.org/officeDocument/2006/relationships/image" Target="../media/image107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4.png"/><Relationship Id="rId5" Type="http://schemas.openxmlformats.org/officeDocument/2006/relationships/image" Target="../media/image6.png"/><Relationship Id="rId4" Type="http://schemas.openxmlformats.org/officeDocument/2006/relationships/image" Target="../media/image1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6.png"/><Relationship Id="rId7" Type="http://schemas.openxmlformats.org/officeDocument/2006/relationships/image" Target="../media/image117.png"/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16.png"/><Relationship Id="rId9" Type="http://schemas.openxmlformats.org/officeDocument/2006/relationships/image" Target="../media/image1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29.png"/><Relationship Id="rId3" Type="http://schemas.openxmlformats.org/officeDocument/2006/relationships/image" Target="../media/image121.png"/><Relationship Id="rId7" Type="http://schemas.openxmlformats.org/officeDocument/2006/relationships/image" Target="../media/image124.png"/><Relationship Id="rId12" Type="http://schemas.openxmlformats.org/officeDocument/2006/relationships/image" Target="../media/image12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3.png"/><Relationship Id="rId11" Type="http://schemas.openxmlformats.org/officeDocument/2006/relationships/image" Target="../media/image127.png"/><Relationship Id="rId5" Type="http://schemas.openxmlformats.org/officeDocument/2006/relationships/image" Target="../media/image122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1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5" Type="http://schemas.openxmlformats.org/officeDocument/2006/relationships/image" Target="../media/image13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13.png"/><Relationship Id="rId4" Type="http://schemas.openxmlformats.org/officeDocument/2006/relationships/image" Target="../media/image1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49.png"/><Relationship Id="rId7" Type="http://schemas.openxmlformats.org/officeDocument/2006/relationships/image" Target="../media/image152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9" Type="http://schemas.openxmlformats.org/officeDocument/2006/relationships/image" Target="../media/image15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3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12" Type="http://schemas.openxmlformats.org/officeDocument/2006/relationships/image" Target="../media/image6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11" Type="http://schemas.openxmlformats.org/officeDocument/2006/relationships/image" Target="../media/image162.png"/><Relationship Id="rId5" Type="http://schemas.openxmlformats.org/officeDocument/2006/relationships/image" Target="../media/image157.png"/><Relationship Id="rId10" Type="http://schemas.openxmlformats.org/officeDocument/2006/relationships/image" Target="../media/image13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3" Type="http://schemas.openxmlformats.org/officeDocument/2006/relationships/image" Target="../media/image13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177.png"/><Relationship Id="rId2" Type="http://schemas.openxmlformats.org/officeDocument/2006/relationships/image" Target="../media/image164.png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5" Type="http://schemas.openxmlformats.org/officeDocument/2006/relationships/image" Target="../media/image175.png"/><Relationship Id="rId10" Type="http://schemas.openxmlformats.org/officeDocument/2006/relationships/image" Target="../media/image170.png"/><Relationship Id="rId4" Type="http://schemas.openxmlformats.org/officeDocument/2006/relationships/image" Target="../media/image6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7.png"/><Relationship Id="rId3" Type="http://schemas.openxmlformats.org/officeDocument/2006/relationships/image" Target="../media/image179.png"/><Relationship Id="rId7" Type="http://schemas.openxmlformats.org/officeDocument/2006/relationships/image" Target="../media/image6.png"/><Relationship Id="rId12" Type="http://schemas.openxmlformats.org/officeDocument/2006/relationships/image" Target="../media/image186.png"/><Relationship Id="rId2" Type="http://schemas.openxmlformats.org/officeDocument/2006/relationships/image" Target="../media/image178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2.png"/><Relationship Id="rId11" Type="http://schemas.openxmlformats.org/officeDocument/2006/relationships/image" Target="../media/image185.png"/><Relationship Id="rId5" Type="http://schemas.openxmlformats.org/officeDocument/2006/relationships/image" Target="../media/image181.png"/><Relationship Id="rId15" Type="http://schemas.openxmlformats.org/officeDocument/2006/relationships/image" Target="../media/image189.png"/><Relationship Id="rId10" Type="http://schemas.openxmlformats.org/officeDocument/2006/relationships/image" Target="../media/image184.png"/><Relationship Id="rId4" Type="http://schemas.openxmlformats.org/officeDocument/2006/relationships/image" Target="../media/image180.png"/><Relationship Id="rId9" Type="http://schemas.openxmlformats.org/officeDocument/2006/relationships/image" Target="../media/image13.png"/><Relationship Id="rId14" Type="http://schemas.openxmlformats.org/officeDocument/2006/relationships/image" Target="../media/image18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uy.linkedin.com/company/seg-ingenieria" TargetMode="External"/><Relationship Id="rId3" Type="http://schemas.openxmlformats.org/officeDocument/2006/relationships/image" Target="../media/image192.png"/><Relationship Id="rId7" Type="http://schemas.openxmlformats.org/officeDocument/2006/relationships/image" Target="../media/image194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twitter.com/segingenieria" TargetMode="External"/><Relationship Id="rId5" Type="http://schemas.openxmlformats.org/officeDocument/2006/relationships/image" Target="../media/image193.png"/><Relationship Id="rId10" Type="http://schemas.openxmlformats.org/officeDocument/2006/relationships/image" Target="../media/image6.png"/><Relationship Id="rId4" Type="http://schemas.openxmlformats.org/officeDocument/2006/relationships/hyperlink" Target="https://www.segingenieria.com/" TargetMode="External"/><Relationship Id="rId9" Type="http://schemas.openxmlformats.org/officeDocument/2006/relationships/image" Target="../media/image1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613" y="2241229"/>
            <a:ext cx="4596386" cy="53187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629" y="1178215"/>
            <a:ext cx="5846644" cy="66308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73271" y="1839141"/>
            <a:ext cx="4004310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-120" dirty="0">
                <a:solidFill>
                  <a:srgbClr val="4D4D4D"/>
                </a:solidFill>
              </a:rPr>
              <a:t>Generamos</a:t>
            </a:r>
            <a:r>
              <a:rPr sz="3550" spc="-100" dirty="0">
                <a:solidFill>
                  <a:srgbClr val="4D4D4D"/>
                </a:solidFill>
              </a:rPr>
              <a:t> </a:t>
            </a:r>
            <a:r>
              <a:rPr sz="3550" spc="-90" dirty="0">
                <a:solidFill>
                  <a:srgbClr val="4D4D4D"/>
                </a:solidFill>
              </a:rPr>
              <a:t>Futuro</a:t>
            </a:r>
            <a:endParaRPr sz="3550"/>
          </a:p>
        </p:txBody>
      </p:sp>
      <p:sp>
        <p:nvSpPr>
          <p:cNvPr id="5" name="object 5"/>
          <p:cNvSpPr txBox="1"/>
          <p:nvPr/>
        </p:nvSpPr>
        <p:spPr>
          <a:xfrm>
            <a:off x="1042228" y="2910284"/>
            <a:ext cx="4104640" cy="65659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185"/>
              </a:spcBef>
            </a:pPr>
            <a:r>
              <a:rPr sz="1400" b="1" spc="-55" dirty="0">
                <a:solidFill>
                  <a:srgbClr val="666666"/>
                </a:solidFill>
                <a:latin typeface="Arial"/>
                <a:cs typeface="Arial"/>
              </a:rPr>
              <a:t>Logramos</a:t>
            </a:r>
            <a:r>
              <a:rPr sz="14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spc="-35" dirty="0">
                <a:solidFill>
                  <a:srgbClr val="666666"/>
                </a:solidFill>
                <a:latin typeface="Arial"/>
                <a:cs typeface="Arial"/>
              </a:rPr>
              <a:t>un</a:t>
            </a:r>
            <a:r>
              <a:rPr sz="14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spc="-35" dirty="0">
                <a:solidFill>
                  <a:srgbClr val="666666"/>
                </a:solidFill>
                <a:latin typeface="Arial"/>
                <a:cs typeface="Arial"/>
              </a:rPr>
              <a:t>entorno</a:t>
            </a:r>
            <a:r>
              <a:rPr sz="14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666666"/>
                </a:solidFill>
                <a:latin typeface="Arial"/>
                <a:cs typeface="Arial"/>
              </a:rPr>
              <a:t>energéticamente</a:t>
            </a:r>
            <a:r>
              <a:rPr sz="14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666666"/>
                </a:solidFill>
                <a:latin typeface="Arial"/>
                <a:cs typeface="Arial"/>
              </a:rPr>
              <a:t>eficiente, </a:t>
            </a:r>
            <a:r>
              <a:rPr sz="1400" b="1" spc="-30" dirty="0" err="1">
                <a:solidFill>
                  <a:srgbClr val="666666"/>
                </a:solidFill>
                <a:latin typeface="Arial"/>
                <a:cs typeface="Arial"/>
              </a:rPr>
              <a:t>sustentable</a:t>
            </a:r>
            <a:r>
              <a:rPr sz="140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66666"/>
                </a:solidFill>
                <a:latin typeface="Arial"/>
                <a:cs typeface="Arial"/>
              </a:rPr>
              <a:t>y</a:t>
            </a:r>
            <a:r>
              <a:rPr lang="es-UY" sz="14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es-UY" sz="1400" b="1" spc="-40" dirty="0">
                <a:solidFill>
                  <a:srgbClr val="666666"/>
                </a:solidFill>
                <a:latin typeface="Arial"/>
                <a:cs typeface="Arial"/>
              </a:rPr>
              <a:t>renovable</a:t>
            </a:r>
            <a:r>
              <a:rPr sz="1400" b="1" spc="-40" dirty="0">
                <a:solidFill>
                  <a:srgbClr val="666666"/>
                </a:solidFill>
                <a:latin typeface="Arial"/>
                <a:cs typeface="Arial"/>
              </a:rPr>
              <a:t>,</a:t>
            </a:r>
            <a:r>
              <a:rPr sz="14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666666"/>
                </a:solidFill>
                <a:latin typeface="Arial"/>
                <a:cs typeface="Arial"/>
              </a:rPr>
              <a:t>optimizando</a:t>
            </a:r>
            <a:r>
              <a:rPr sz="14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666666"/>
                </a:solidFill>
                <a:latin typeface="Arial"/>
                <a:cs typeface="Arial"/>
              </a:rPr>
              <a:t>los</a:t>
            </a:r>
            <a:r>
              <a:rPr sz="14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spc="-55" dirty="0">
                <a:solidFill>
                  <a:srgbClr val="666666"/>
                </a:solidFill>
                <a:latin typeface="Arial"/>
                <a:cs typeface="Arial"/>
              </a:rPr>
              <a:t>recursos, </a:t>
            </a:r>
            <a:r>
              <a:rPr sz="1400" b="1" spc="-60" dirty="0">
                <a:solidFill>
                  <a:srgbClr val="666666"/>
                </a:solidFill>
                <a:latin typeface="Arial"/>
                <a:cs typeface="Arial"/>
              </a:rPr>
              <a:t>haciendo</a:t>
            </a:r>
            <a:r>
              <a:rPr sz="14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spc="-35" dirty="0">
                <a:solidFill>
                  <a:srgbClr val="666666"/>
                </a:solidFill>
                <a:latin typeface="Arial"/>
                <a:cs typeface="Arial"/>
              </a:rPr>
              <a:t>que</a:t>
            </a:r>
            <a:r>
              <a:rPr sz="1400" b="1" spc="-20" dirty="0">
                <a:solidFill>
                  <a:srgbClr val="666666"/>
                </a:solidFill>
                <a:latin typeface="Arial"/>
                <a:cs typeface="Arial"/>
              </a:rPr>
              <a:t> las </a:t>
            </a:r>
            <a:r>
              <a:rPr sz="1400" b="1" spc="-90" dirty="0">
                <a:solidFill>
                  <a:srgbClr val="666666"/>
                </a:solidFill>
                <a:latin typeface="Arial"/>
                <a:cs typeface="Arial"/>
              </a:rPr>
              <a:t>cosas</a:t>
            </a:r>
            <a:r>
              <a:rPr sz="1400" b="1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666666"/>
                </a:solidFill>
                <a:latin typeface="Arial"/>
                <a:cs typeface="Arial"/>
              </a:rPr>
              <a:t>sucedan.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8629" y="2966191"/>
            <a:ext cx="17145" cy="572770"/>
          </a:xfrm>
          <a:custGeom>
            <a:avLst/>
            <a:gdLst/>
            <a:ahLst/>
            <a:cxnLst/>
            <a:rect l="l" t="t" r="r" b="b"/>
            <a:pathLst>
              <a:path w="17144" h="572770">
                <a:moveTo>
                  <a:pt x="17071" y="0"/>
                </a:moveTo>
                <a:lnTo>
                  <a:pt x="0" y="0"/>
                </a:lnTo>
                <a:lnTo>
                  <a:pt x="0" y="572349"/>
                </a:lnTo>
                <a:lnTo>
                  <a:pt x="17071" y="572349"/>
                </a:lnTo>
                <a:lnTo>
                  <a:pt x="17071" y="0"/>
                </a:lnTo>
                <a:close/>
              </a:path>
            </a:pathLst>
          </a:custGeom>
          <a:solidFill>
            <a:srgbClr val="DE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548916" y="360002"/>
            <a:ext cx="805180" cy="807085"/>
            <a:chOff x="9548916" y="360002"/>
            <a:chExt cx="805180" cy="807085"/>
          </a:xfrm>
        </p:grpSpPr>
        <p:sp>
          <p:nvSpPr>
            <p:cNvPr id="8" name="object 8"/>
            <p:cNvSpPr/>
            <p:nvPr/>
          </p:nvSpPr>
          <p:spPr>
            <a:xfrm>
              <a:off x="9548916" y="360002"/>
              <a:ext cx="805180" cy="807085"/>
            </a:xfrm>
            <a:custGeom>
              <a:avLst/>
              <a:gdLst/>
              <a:ahLst/>
              <a:cxnLst/>
              <a:rect l="l" t="t" r="r" b="b"/>
              <a:pathLst>
                <a:path w="805179" h="807085">
                  <a:moveTo>
                    <a:pt x="804744" y="0"/>
                  </a:moveTo>
                  <a:lnTo>
                    <a:pt x="0" y="0"/>
                  </a:lnTo>
                  <a:lnTo>
                    <a:pt x="0" y="806973"/>
                  </a:lnTo>
                  <a:lnTo>
                    <a:pt x="804744" y="806973"/>
                  </a:lnTo>
                  <a:lnTo>
                    <a:pt x="804744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48916" y="1116316"/>
              <a:ext cx="805180" cy="50800"/>
            </a:xfrm>
            <a:custGeom>
              <a:avLst/>
              <a:gdLst/>
              <a:ahLst/>
              <a:cxnLst/>
              <a:rect l="l" t="t" r="r" b="b"/>
              <a:pathLst>
                <a:path w="805179" h="50800">
                  <a:moveTo>
                    <a:pt x="804744" y="0"/>
                  </a:moveTo>
                  <a:lnTo>
                    <a:pt x="0" y="0"/>
                  </a:lnTo>
                  <a:lnTo>
                    <a:pt x="0" y="50659"/>
                  </a:lnTo>
                  <a:lnTo>
                    <a:pt x="804744" y="50659"/>
                  </a:lnTo>
                  <a:lnTo>
                    <a:pt x="804744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24024" y="549907"/>
              <a:ext cx="657298" cy="3927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649053" y="577475"/>
              <a:ext cx="604520" cy="339090"/>
            </a:xfrm>
            <a:custGeom>
              <a:avLst/>
              <a:gdLst/>
              <a:ahLst/>
              <a:cxnLst/>
              <a:rect l="l" t="t" r="r" b="b"/>
              <a:pathLst>
                <a:path w="604520" h="339090">
                  <a:moveTo>
                    <a:pt x="70370" y="296468"/>
                  </a:moveTo>
                  <a:lnTo>
                    <a:pt x="63525" y="296468"/>
                  </a:lnTo>
                  <a:lnTo>
                    <a:pt x="63525" y="337413"/>
                  </a:lnTo>
                  <a:lnTo>
                    <a:pt x="70370" y="337413"/>
                  </a:lnTo>
                  <a:lnTo>
                    <a:pt x="70370" y="296468"/>
                  </a:lnTo>
                  <a:close/>
                </a:path>
                <a:path w="604520" h="339090">
                  <a:moveTo>
                    <a:pt x="130086" y="296468"/>
                  </a:moveTo>
                  <a:lnTo>
                    <a:pt x="123507" y="296468"/>
                  </a:lnTo>
                  <a:lnTo>
                    <a:pt x="123507" y="327101"/>
                  </a:lnTo>
                  <a:lnTo>
                    <a:pt x="110858" y="306781"/>
                  </a:lnTo>
                  <a:lnTo>
                    <a:pt x="104432" y="296468"/>
                  </a:lnTo>
                  <a:lnTo>
                    <a:pt x="97205" y="296468"/>
                  </a:lnTo>
                  <a:lnTo>
                    <a:pt x="97205" y="337413"/>
                  </a:lnTo>
                  <a:lnTo>
                    <a:pt x="103733" y="337413"/>
                  </a:lnTo>
                  <a:lnTo>
                    <a:pt x="103733" y="306781"/>
                  </a:lnTo>
                  <a:lnTo>
                    <a:pt x="122923" y="337413"/>
                  </a:lnTo>
                  <a:lnTo>
                    <a:pt x="130086" y="337413"/>
                  </a:lnTo>
                  <a:lnTo>
                    <a:pt x="130086" y="327101"/>
                  </a:lnTo>
                  <a:lnTo>
                    <a:pt x="130086" y="296468"/>
                  </a:lnTo>
                  <a:close/>
                </a:path>
                <a:path w="604520" h="339090">
                  <a:moveTo>
                    <a:pt x="192493" y="315315"/>
                  </a:moveTo>
                  <a:lnTo>
                    <a:pt x="175006" y="315315"/>
                  </a:lnTo>
                  <a:lnTo>
                    <a:pt x="175006" y="320954"/>
                  </a:lnTo>
                  <a:lnTo>
                    <a:pt x="186207" y="320954"/>
                  </a:lnTo>
                  <a:lnTo>
                    <a:pt x="186182" y="321640"/>
                  </a:lnTo>
                  <a:lnTo>
                    <a:pt x="186080" y="324446"/>
                  </a:lnTo>
                  <a:lnTo>
                    <a:pt x="184975" y="327228"/>
                  </a:lnTo>
                  <a:lnTo>
                    <a:pt x="180797" y="331368"/>
                  </a:lnTo>
                  <a:lnTo>
                    <a:pt x="178079" y="332409"/>
                  </a:lnTo>
                  <a:lnTo>
                    <a:pt x="170776" y="332409"/>
                  </a:lnTo>
                  <a:lnTo>
                    <a:pt x="167665" y="331012"/>
                  </a:lnTo>
                  <a:lnTo>
                    <a:pt x="163106" y="325450"/>
                  </a:lnTo>
                  <a:lnTo>
                    <a:pt x="161963" y="321640"/>
                  </a:lnTo>
                  <a:lnTo>
                    <a:pt x="161963" y="311886"/>
                  </a:lnTo>
                  <a:lnTo>
                    <a:pt x="163093" y="308051"/>
                  </a:lnTo>
                  <a:lnTo>
                    <a:pt x="167627" y="302628"/>
                  </a:lnTo>
                  <a:lnTo>
                    <a:pt x="170535" y="301383"/>
                  </a:lnTo>
                  <a:lnTo>
                    <a:pt x="178028" y="301383"/>
                  </a:lnTo>
                  <a:lnTo>
                    <a:pt x="179920" y="301955"/>
                  </a:lnTo>
                  <a:lnTo>
                    <a:pt x="183603" y="304723"/>
                  </a:lnTo>
                  <a:lnTo>
                    <a:pt x="184746" y="306578"/>
                  </a:lnTo>
                  <a:lnTo>
                    <a:pt x="185267" y="309003"/>
                  </a:lnTo>
                  <a:lnTo>
                    <a:pt x="192011" y="309003"/>
                  </a:lnTo>
                  <a:lnTo>
                    <a:pt x="179374" y="295402"/>
                  </a:lnTo>
                  <a:lnTo>
                    <a:pt x="168541" y="295402"/>
                  </a:lnTo>
                  <a:lnTo>
                    <a:pt x="163817" y="297370"/>
                  </a:lnTo>
                  <a:lnTo>
                    <a:pt x="156743" y="305181"/>
                  </a:lnTo>
                  <a:lnTo>
                    <a:pt x="154965" y="310413"/>
                  </a:lnTo>
                  <a:lnTo>
                    <a:pt x="154965" y="323405"/>
                  </a:lnTo>
                  <a:lnTo>
                    <a:pt x="156718" y="328612"/>
                  </a:lnTo>
                  <a:lnTo>
                    <a:pt x="163741" y="336524"/>
                  </a:lnTo>
                  <a:lnTo>
                    <a:pt x="168325" y="338493"/>
                  </a:lnTo>
                  <a:lnTo>
                    <a:pt x="176707" y="338493"/>
                  </a:lnTo>
                  <a:lnTo>
                    <a:pt x="186842" y="332232"/>
                  </a:lnTo>
                  <a:lnTo>
                    <a:pt x="187985" y="337413"/>
                  </a:lnTo>
                  <a:lnTo>
                    <a:pt x="192493" y="337413"/>
                  </a:lnTo>
                  <a:lnTo>
                    <a:pt x="192493" y="332232"/>
                  </a:lnTo>
                  <a:lnTo>
                    <a:pt x="192493" y="315315"/>
                  </a:lnTo>
                  <a:close/>
                </a:path>
                <a:path w="604520" h="339090">
                  <a:moveTo>
                    <a:pt x="248653" y="331279"/>
                  </a:moveTo>
                  <a:lnTo>
                    <a:pt x="225247" y="331279"/>
                  </a:lnTo>
                  <a:lnTo>
                    <a:pt x="225247" y="318909"/>
                  </a:lnTo>
                  <a:lnTo>
                    <a:pt x="246151" y="318909"/>
                  </a:lnTo>
                  <a:lnTo>
                    <a:pt x="246151" y="313169"/>
                  </a:lnTo>
                  <a:lnTo>
                    <a:pt x="225247" y="313169"/>
                  </a:lnTo>
                  <a:lnTo>
                    <a:pt x="225247" y="302475"/>
                  </a:lnTo>
                  <a:lnTo>
                    <a:pt x="247904" y="302475"/>
                  </a:lnTo>
                  <a:lnTo>
                    <a:pt x="247904" y="296468"/>
                  </a:lnTo>
                  <a:lnTo>
                    <a:pt x="218541" y="296468"/>
                  </a:lnTo>
                  <a:lnTo>
                    <a:pt x="218541" y="337413"/>
                  </a:lnTo>
                  <a:lnTo>
                    <a:pt x="248653" y="337413"/>
                  </a:lnTo>
                  <a:lnTo>
                    <a:pt x="248653" y="331279"/>
                  </a:lnTo>
                  <a:close/>
                </a:path>
                <a:path w="604520" h="339090">
                  <a:moveTo>
                    <a:pt x="306133" y="296468"/>
                  </a:moveTo>
                  <a:lnTo>
                    <a:pt x="299542" y="296468"/>
                  </a:lnTo>
                  <a:lnTo>
                    <a:pt x="299542" y="327101"/>
                  </a:lnTo>
                  <a:lnTo>
                    <a:pt x="286893" y="306781"/>
                  </a:lnTo>
                  <a:lnTo>
                    <a:pt x="280466" y="296468"/>
                  </a:lnTo>
                  <a:lnTo>
                    <a:pt x="273240" y="296468"/>
                  </a:lnTo>
                  <a:lnTo>
                    <a:pt x="273240" y="337413"/>
                  </a:lnTo>
                  <a:lnTo>
                    <a:pt x="279768" y="337413"/>
                  </a:lnTo>
                  <a:lnTo>
                    <a:pt x="279768" y="306781"/>
                  </a:lnTo>
                  <a:lnTo>
                    <a:pt x="298958" y="337413"/>
                  </a:lnTo>
                  <a:lnTo>
                    <a:pt x="306133" y="337413"/>
                  </a:lnTo>
                  <a:lnTo>
                    <a:pt x="306133" y="327101"/>
                  </a:lnTo>
                  <a:lnTo>
                    <a:pt x="306133" y="296468"/>
                  </a:lnTo>
                  <a:close/>
                </a:path>
                <a:path w="604520" h="339090">
                  <a:moveTo>
                    <a:pt x="339788" y="296468"/>
                  </a:moveTo>
                  <a:lnTo>
                    <a:pt x="332943" y="296468"/>
                  </a:lnTo>
                  <a:lnTo>
                    <a:pt x="332943" y="337413"/>
                  </a:lnTo>
                  <a:lnTo>
                    <a:pt x="339788" y="337413"/>
                  </a:lnTo>
                  <a:lnTo>
                    <a:pt x="339788" y="296468"/>
                  </a:lnTo>
                  <a:close/>
                </a:path>
                <a:path w="604520" h="339090">
                  <a:moveTo>
                    <a:pt x="396735" y="331279"/>
                  </a:moveTo>
                  <a:lnTo>
                    <a:pt x="373316" y="331279"/>
                  </a:lnTo>
                  <a:lnTo>
                    <a:pt x="373316" y="318909"/>
                  </a:lnTo>
                  <a:lnTo>
                    <a:pt x="394233" y="318909"/>
                  </a:lnTo>
                  <a:lnTo>
                    <a:pt x="394233" y="313169"/>
                  </a:lnTo>
                  <a:lnTo>
                    <a:pt x="373316" y="313169"/>
                  </a:lnTo>
                  <a:lnTo>
                    <a:pt x="373316" y="302475"/>
                  </a:lnTo>
                  <a:lnTo>
                    <a:pt x="395986" y="302475"/>
                  </a:lnTo>
                  <a:lnTo>
                    <a:pt x="395986" y="296468"/>
                  </a:lnTo>
                  <a:lnTo>
                    <a:pt x="366623" y="296468"/>
                  </a:lnTo>
                  <a:lnTo>
                    <a:pt x="366623" y="337413"/>
                  </a:lnTo>
                  <a:lnTo>
                    <a:pt x="396735" y="337413"/>
                  </a:lnTo>
                  <a:lnTo>
                    <a:pt x="396735" y="331279"/>
                  </a:lnTo>
                  <a:close/>
                </a:path>
                <a:path w="604520" h="339090">
                  <a:moveTo>
                    <a:pt x="453758" y="336232"/>
                  </a:moveTo>
                  <a:lnTo>
                    <a:pt x="452742" y="335661"/>
                  </a:lnTo>
                  <a:lnTo>
                    <a:pt x="452170" y="334098"/>
                  </a:lnTo>
                  <a:lnTo>
                    <a:pt x="452069" y="331495"/>
                  </a:lnTo>
                  <a:lnTo>
                    <a:pt x="451700" y="325628"/>
                  </a:lnTo>
                  <a:lnTo>
                    <a:pt x="451573" y="323024"/>
                  </a:lnTo>
                  <a:lnTo>
                    <a:pt x="451142" y="321132"/>
                  </a:lnTo>
                  <a:lnTo>
                    <a:pt x="450786" y="320573"/>
                  </a:lnTo>
                  <a:lnTo>
                    <a:pt x="449681" y="318820"/>
                  </a:lnTo>
                  <a:lnTo>
                    <a:pt x="448475" y="317969"/>
                  </a:lnTo>
                  <a:lnTo>
                    <a:pt x="446811" y="317436"/>
                  </a:lnTo>
                  <a:lnTo>
                    <a:pt x="448691" y="316712"/>
                  </a:lnTo>
                  <a:lnTo>
                    <a:pt x="450126" y="315518"/>
                  </a:lnTo>
                  <a:lnTo>
                    <a:pt x="450557" y="314820"/>
                  </a:lnTo>
                  <a:lnTo>
                    <a:pt x="452107" y="312318"/>
                  </a:lnTo>
                  <a:lnTo>
                    <a:pt x="452564" y="310692"/>
                  </a:lnTo>
                  <a:lnTo>
                    <a:pt x="452678" y="304380"/>
                  </a:lnTo>
                  <a:lnTo>
                    <a:pt x="451878" y="302221"/>
                  </a:lnTo>
                  <a:lnTo>
                    <a:pt x="451650" y="301599"/>
                  </a:lnTo>
                  <a:lnTo>
                    <a:pt x="447560" y="297561"/>
                  </a:lnTo>
                  <a:lnTo>
                    <a:pt x="445782" y="296938"/>
                  </a:lnTo>
                  <a:lnTo>
                    <a:pt x="445782" y="306260"/>
                  </a:lnTo>
                  <a:lnTo>
                    <a:pt x="445782" y="310692"/>
                  </a:lnTo>
                  <a:lnTo>
                    <a:pt x="445160" y="312318"/>
                  </a:lnTo>
                  <a:lnTo>
                    <a:pt x="442671" y="314312"/>
                  </a:lnTo>
                  <a:lnTo>
                    <a:pt x="440626" y="314820"/>
                  </a:lnTo>
                  <a:lnTo>
                    <a:pt x="428015" y="314820"/>
                  </a:lnTo>
                  <a:lnTo>
                    <a:pt x="428015" y="302221"/>
                  </a:lnTo>
                  <a:lnTo>
                    <a:pt x="440740" y="302221"/>
                  </a:lnTo>
                  <a:lnTo>
                    <a:pt x="442747" y="302717"/>
                  </a:lnTo>
                  <a:lnTo>
                    <a:pt x="445173" y="304673"/>
                  </a:lnTo>
                  <a:lnTo>
                    <a:pt x="445782" y="306260"/>
                  </a:lnTo>
                  <a:lnTo>
                    <a:pt x="445782" y="296938"/>
                  </a:lnTo>
                  <a:lnTo>
                    <a:pt x="444728" y="296557"/>
                  </a:lnTo>
                  <a:lnTo>
                    <a:pt x="421322" y="296557"/>
                  </a:lnTo>
                  <a:lnTo>
                    <a:pt x="421322" y="337413"/>
                  </a:lnTo>
                  <a:lnTo>
                    <a:pt x="428078" y="337413"/>
                  </a:lnTo>
                  <a:lnTo>
                    <a:pt x="428078" y="320573"/>
                  </a:lnTo>
                  <a:lnTo>
                    <a:pt x="440664" y="320573"/>
                  </a:lnTo>
                  <a:lnTo>
                    <a:pt x="442734" y="321132"/>
                  </a:lnTo>
                  <a:lnTo>
                    <a:pt x="442417" y="321132"/>
                  </a:lnTo>
                  <a:lnTo>
                    <a:pt x="444195" y="322745"/>
                  </a:lnTo>
                  <a:lnTo>
                    <a:pt x="444741" y="324497"/>
                  </a:lnTo>
                  <a:lnTo>
                    <a:pt x="445084" y="331495"/>
                  </a:lnTo>
                  <a:lnTo>
                    <a:pt x="445185" y="333616"/>
                  </a:lnTo>
                  <a:lnTo>
                    <a:pt x="445300" y="334772"/>
                  </a:lnTo>
                  <a:lnTo>
                    <a:pt x="445490" y="335661"/>
                  </a:lnTo>
                  <a:lnTo>
                    <a:pt x="445617" y="336232"/>
                  </a:lnTo>
                  <a:lnTo>
                    <a:pt x="445846" y="336880"/>
                  </a:lnTo>
                  <a:lnTo>
                    <a:pt x="446138" y="337413"/>
                  </a:lnTo>
                  <a:lnTo>
                    <a:pt x="453758" y="337413"/>
                  </a:lnTo>
                  <a:lnTo>
                    <a:pt x="453758" y="336232"/>
                  </a:lnTo>
                  <a:close/>
                </a:path>
                <a:path w="604520" h="339090">
                  <a:moveTo>
                    <a:pt x="485355" y="296468"/>
                  </a:moveTo>
                  <a:lnTo>
                    <a:pt x="478523" y="296468"/>
                  </a:lnTo>
                  <a:lnTo>
                    <a:pt x="478523" y="337413"/>
                  </a:lnTo>
                  <a:lnTo>
                    <a:pt x="485355" y="337413"/>
                  </a:lnTo>
                  <a:lnTo>
                    <a:pt x="485355" y="296468"/>
                  </a:lnTo>
                  <a:close/>
                </a:path>
                <a:path w="604520" h="339090">
                  <a:moveTo>
                    <a:pt x="545439" y="337413"/>
                  </a:moveTo>
                  <a:lnTo>
                    <a:pt x="541553" y="326821"/>
                  </a:lnTo>
                  <a:lnTo>
                    <a:pt x="539457" y="321119"/>
                  </a:lnTo>
                  <a:lnTo>
                    <a:pt x="532930" y="303364"/>
                  </a:lnTo>
                  <a:lnTo>
                    <a:pt x="532625" y="302539"/>
                  </a:lnTo>
                  <a:lnTo>
                    <a:pt x="532625" y="321119"/>
                  </a:lnTo>
                  <a:lnTo>
                    <a:pt x="520446" y="321119"/>
                  </a:lnTo>
                  <a:lnTo>
                    <a:pt x="526542" y="303364"/>
                  </a:lnTo>
                  <a:lnTo>
                    <a:pt x="532625" y="321119"/>
                  </a:lnTo>
                  <a:lnTo>
                    <a:pt x="532625" y="302539"/>
                  </a:lnTo>
                  <a:lnTo>
                    <a:pt x="530402" y="296468"/>
                  </a:lnTo>
                  <a:lnTo>
                    <a:pt x="522732" y="296468"/>
                  </a:lnTo>
                  <a:lnTo>
                    <a:pt x="507860" y="337413"/>
                  </a:lnTo>
                  <a:lnTo>
                    <a:pt x="514972" y="337413"/>
                  </a:lnTo>
                  <a:lnTo>
                    <a:pt x="518566" y="326821"/>
                  </a:lnTo>
                  <a:lnTo>
                    <a:pt x="534492" y="326821"/>
                  </a:lnTo>
                  <a:lnTo>
                    <a:pt x="538149" y="337413"/>
                  </a:lnTo>
                  <a:lnTo>
                    <a:pt x="545439" y="337413"/>
                  </a:lnTo>
                  <a:close/>
                </a:path>
                <a:path w="604520" h="339090">
                  <a:moveTo>
                    <a:pt x="604469" y="116370"/>
                  </a:moveTo>
                  <a:lnTo>
                    <a:pt x="502246" y="116370"/>
                  </a:lnTo>
                  <a:lnTo>
                    <a:pt x="502246" y="149364"/>
                  </a:lnTo>
                  <a:lnTo>
                    <a:pt x="567753" y="149364"/>
                  </a:lnTo>
                  <a:lnTo>
                    <a:pt x="566102" y="163868"/>
                  </a:lnTo>
                  <a:lnTo>
                    <a:pt x="548335" y="198069"/>
                  </a:lnTo>
                  <a:lnTo>
                    <a:pt x="500634" y="216255"/>
                  </a:lnTo>
                  <a:lnTo>
                    <a:pt x="484238" y="214744"/>
                  </a:lnTo>
                  <a:lnTo>
                    <a:pt x="445998" y="191909"/>
                  </a:lnTo>
                  <a:lnTo>
                    <a:pt x="427278" y="145186"/>
                  </a:lnTo>
                  <a:lnTo>
                    <a:pt x="426034" y="125133"/>
                  </a:lnTo>
                  <a:lnTo>
                    <a:pt x="427266" y="104711"/>
                  </a:lnTo>
                  <a:lnTo>
                    <a:pt x="445833" y="58064"/>
                  </a:lnTo>
                  <a:lnTo>
                    <a:pt x="484644" y="35763"/>
                  </a:lnTo>
                  <a:lnTo>
                    <a:pt x="501573" y="34277"/>
                  </a:lnTo>
                  <a:lnTo>
                    <a:pt x="513118" y="35026"/>
                  </a:lnTo>
                  <a:lnTo>
                    <a:pt x="548957" y="52768"/>
                  </a:lnTo>
                  <a:lnTo>
                    <a:pt x="562203" y="79476"/>
                  </a:lnTo>
                  <a:lnTo>
                    <a:pt x="601687" y="79476"/>
                  </a:lnTo>
                  <a:lnTo>
                    <a:pt x="581558" y="32486"/>
                  </a:lnTo>
                  <a:lnTo>
                    <a:pt x="538200" y="5232"/>
                  </a:lnTo>
                  <a:lnTo>
                    <a:pt x="499021" y="0"/>
                  </a:lnTo>
                  <a:lnTo>
                    <a:pt x="474408" y="2133"/>
                  </a:lnTo>
                  <a:lnTo>
                    <a:pt x="432968" y="19278"/>
                  </a:lnTo>
                  <a:lnTo>
                    <a:pt x="402577" y="52870"/>
                  </a:lnTo>
                  <a:lnTo>
                    <a:pt x="389623" y="87934"/>
                  </a:lnTo>
                  <a:lnTo>
                    <a:pt x="385559" y="69875"/>
                  </a:lnTo>
                  <a:lnTo>
                    <a:pt x="364477" y="32042"/>
                  </a:lnTo>
                  <a:lnTo>
                    <a:pt x="341122" y="13690"/>
                  </a:lnTo>
                  <a:lnTo>
                    <a:pt x="341122" y="101231"/>
                  </a:lnTo>
                  <a:lnTo>
                    <a:pt x="229984" y="101231"/>
                  </a:lnTo>
                  <a:lnTo>
                    <a:pt x="231902" y="87858"/>
                  </a:lnTo>
                  <a:lnTo>
                    <a:pt x="231940" y="87591"/>
                  </a:lnTo>
                  <a:lnTo>
                    <a:pt x="235254" y="76085"/>
                  </a:lnTo>
                  <a:lnTo>
                    <a:pt x="263550" y="45669"/>
                  </a:lnTo>
                  <a:lnTo>
                    <a:pt x="263372" y="45669"/>
                  </a:lnTo>
                  <a:lnTo>
                    <a:pt x="274104" y="42748"/>
                  </a:lnTo>
                  <a:lnTo>
                    <a:pt x="273875" y="42748"/>
                  </a:lnTo>
                  <a:lnTo>
                    <a:pt x="285991" y="41770"/>
                  </a:lnTo>
                  <a:lnTo>
                    <a:pt x="326555" y="57365"/>
                  </a:lnTo>
                  <a:lnTo>
                    <a:pt x="340067" y="87591"/>
                  </a:lnTo>
                  <a:lnTo>
                    <a:pt x="340131" y="87858"/>
                  </a:lnTo>
                  <a:lnTo>
                    <a:pt x="341122" y="101231"/>
                  </a:lnTo>
                  <a:lnTo>
                    <a:pt x="341122" y="13690"/>
                  </a:lnTo>
                  <a:lnTo>
                    <a:pt x="331139" y="8153"/>
                  </a:lnTo>
                  <a:lnTo>
                    <a:pt x="310680" y="2222"/>
                  </a:lnTo>
                  <a:lnTo>
                    <a:pt x="311035" y="2222"/>
                  </a:lnTo>
                  <a:lnTo>
                    <a:pt x="287312" y="190"/>
                  </a:lnTo>
                  <a:lnTo>
                    <a:pt x="263359" y="2222"/>
                  </a:lnTo>
                  <a:lnTo>
                    <a:pt x="242138" y="8331"/>
                  </a:lnTo>
                  <a:lnTo>
                    <a:pt x="207949" y="32778"/>
                  </a:lnTo>
                  <a:lnTo>
                    <a:pt x="186372" y="71577"/>
                  </a:lnTo>
                  <a:lnTo>
                    <a:pt x="179171" y="122682"/>
                  </a:lnTo>
                  <a:lnTo>
                    <a:pt x="180555" y="144018"/>
                  </a:lnTo>
                  <a:lnTo>
                    <a:pt x="179552" y="141986"/>
                  </a:lnTo>
                  <a:lnTo>
                    <a:pt x="147142" y="118376"/>
                  </a:lnTo>
                  <a:lnTo>
                    <a:pt x="87604" y="100050"/>
                  </a:lnTo>
                  <a:lnTo>
                    <a:pt x="74701" y="95631"/>
                  </a:lnTo>
                  <a:lnTo>
                    <a:pt x="64782" y="91236"/>
                  </a:lnTo>
                  <a:lnTo>
                    <a:pt x="57848" y="86855"/>
                  </a:lnTo>
                  <a:lnTo>
                    <a:pt x="50584" y="81089"/>
                  </a:lnTo>
                  <a:lnTo>
                    <a:pt x="46977" y="73596"/>
                  </a:lnTo>
                  <a:lnTo>
                    <a:pt x="46977" y="64503"/>
                  </a:lnTo>
                  <a:lnTo>
                    <a:pt x="73444" y="35115"/>
                  </a:lnTo>
                  <a:lnTo>
                    <a:pt x="91122" y="32829"/>
                  </a:lnTo>
                  <a:lnTo>
                    <a:pt x="102311" y="33553"/>
                  </a:lnTo>
                  <a:lnTo>
                    <a:pt x="139598" y="58102"/>
                  </a:lnTo>
                  <a:lnTo>
                    <a:pt x="144094" y="76212"/>
                  </a:lnTo>
                  <a:lnTo>
                    <a:pt x="181978" y="76034"/>
                  </a:lnTo>
                  <a:lnTo>
                    <a:pt x="168567" y="31750"/>
                  </a:lnTo>
                  <a:lnTo>
                    <a:pt x="131064" y="5143"/>
                  </a:lnTo>
                  <a:lnTo>
                    <a:pt x="95846" y="0"/>
                  </a:lnTo>
                  <a:lnTo>
                    <a:pt x="76708" y="1168"/>
                  </a:lnTo>
                  <a:lnTo>
                    <a:pt x="31280" y="18745"/>
                  </a:lnTo>
                  <a:lnTo>
                    <a:pt x="8496" y="53174"/>
                  </a:lnTo>
                  <a:lnTo>
                    <a:pt x="6985" y="67449"/>
                  </a:lnTo>
                  <a:lnTo>
                    <a:pt x="8026" y="80772"/>
                  </a:lnTo>
                  <a:lnTo>
                    <a:pt x="33324" y="119697"/>
                  </a:lnTo>
                  <a:lnTo>
                    <a:pt x="80251" y="138772"/>
                  </a:lnTo>
                  <a:lnTo>
                    <a:pt x="105613" y="145402"/>
                  </a:lnTo>
                  <a:lnTo>
                    <a:pt x="117538" y="149504"/>
                  </a:lnTo>
                  <a:lnTo>
                    <a:pt x="145757" y="179489"/>
                  </a:lnTo>
                  <a:lnTo>
                    <a:pt x="145757" y="183311"/>
                  </a:lnTo>
                  <a:lnTo>
                    <a:pt x="117741" y="215099"/>
                  </a:lnTo>
                  <a:lnTo>
                    <a:pt x="99110" y="217589"/>
                  </a:lnTo>
                  <a:lnTo>
                    <a:pt x="86258" y="216789"/>
                  </a:lnTo>
                  <a:lnTo>
                    <a:pt x="49110" y="197688"/>
                  </a:lnTo>
                  <a:lnTo>
                    <a:pt x="38658" y="168668"/>
                  </a:lnTo>
                  <a:lnTo>
                    <a:pt x="0" y="168668"/>
                  </a:lnTo>
                  <a:lnTo>
                    <a:pt x="15608" y="218516"/>
                  </a:lnTo>
                  <a:lnTo>
                    <a:pt x="56273" y="246507"/>
                  </a:lnTo>
                  <a:lnTo>
                    <a:pt x="95846" y="251866"/>
                  </a:lnTo>
                  <a:lnTo>
                    <a:pt x="115912" y="250583"/>
                  </a:lnTo>
                  <a:lnTo>
                    <a:pt x="163347" y="231292"/>
                  </a:lnTo>
                  <a:lnTo>
                    <a:pt x="187058" y="193052"/>
                  </a:lnTo>
                  <a:lnTo>
                    <a:pt x="188391" y="179374"/>
                  </a:lnTo>
                  <a:lnTo>
                    <a:pt x="195237" y="195605"/>
                  </a:lnTo>
                  <a:lnTo>
                    <a:pt x="223291" y="228142"/>
                  </a:lnTo>
                  <a:lnTo>
                    <a:pt x="262432" y="244640"/>
                  </a:lnTo>
                  <a:lnTo>
                    <a:pt x="285991" y="246697"/>
                  </a:lnTo>
                  <a:lnTo>
                    <a:pt x="305117" y="245313"/>
                  </a:lnTo>
                  <a:lnTo>
                    <a:pt x="354076" y="224586"/>
                  </a:lnTo>
                  <a:lnTo>
                    <a:pt x="384479" y="183476"/>
                  </a:lnTo>
                  <a:lnTo>
                    <a:pt x="389153" y="166243"/>
                  </a:lnTo>
                  <a:lnTo>
                    <a:pt x="340245" y="166243"/>
                  </a:lnTo>
                  <a:lnTo>
                    <a:pt x="337515" y="174409"/>
                  </a:lnTo>
                  <a:lnTo>
                    <a:pt x="337426" y="174650"/>
                  </a:lnTo>
                  <a:lnTo>
                    <a:pt x="307174" y="201536"/>
                  </a:lnTo>
                  <a:lnTo>
                    <a:pt x="289001" y="204012"/>
                  </a:lnTo>
                  <a:lnTo>
                    <a:pt x="275945" y="202933"/>
                  </a:lnTo>
                  <a:lnTo>
                    <a:pt x="239382" y="176974"/>
                  </a:lnTo>
                  <a:lnTo>
                    <a:pt x="230200" y="136804"/>
                  </a:lnTo>
                  <a:lnTo>
                    <a:pt x="385851" y="136804"/>
                  </a:lnTo>
                  <a:lnTo>
                    <a:pt x="387019" y="152920"/>
                  </a:lnTo>
                  <a:lnTo>
                    <a:pt x="392785" y="177063"/>
                  </a:lnTo>
                  <a:lnTo>
                    <a:pt x="415874" y="217208"/>
                  </a:lnTo>
                  <a:lnTo>
                    <a:pt x="451358" y="243217"/>
                  </a:lnTo>
                  <a:lnTo>
                    <a:pt x="496252" y="251866"/>
                  </a:lnTo>
                  <a:lnTo>
                    <a:pt x="507885" y="251294"/>
                  </a:lnTo>
                  <a:lnTo>
                    <a:pt x="548284" y="237426"/>
                  </a:lnTo>
                  <a:lnTo>
                    <a:pt x="571461" y="215265"/>
                  </a:lnTo>
                  <a:lnTo>
                    <a:pt x="578116" y="245541"/>
                  </a:lnTo>
                  <a:lnTo>
                    <a:pt x="604469" y="245541"/>
                  </a:lnTo>
                  <a:lnTo>
                    <a:pt x="604469" y="116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7255" y="1715122"/>
            <a:ext cx="1465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110" algn="l"/>
              </a:tabLst>
            </a:pPr>
            <a:r>
              <a:rPr sz="1200" b="1" spc="-50" dirty="0">
                <a:solidFill>
                  <a:srgbClr val="666666"/>
                </a:solidFill>
                <a:latin typeface="Tahoma"/>
                <a:cs typeface="Tahoma"/>
              </a:rPr>
              <a:t>1</a:t>
            </a:r>
            <a:r>
              <a:rPr sz="1200" b="1" dirty="0">
                <a:solidFill>
                  <a:srgbClr val="666666"/>
                </a:solidFill>
                <a:latin typeface="Tahoma"/>
                <a:cs typeface="Tahoma"/>
              </a:rPr>
              <a:t>	</a:t>
            </a:r>
            <a:r>
              <a:rPr sz="1200" b="1" u="sng" spc="-65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Nuestra</a:t>
            </a:r>
            <a:r>
              <a:rPr sz="1200" b="1" u="sng" spc="3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 </a:t>
            </a:r>
            <a:r>
              <a:rPr sz="1200" b="1" u="sng" spc="-5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empresa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9944" y="5246744"/>
            <a:ext cx="660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spc="-5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Contacto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3448" y="1715122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666666"/>
                </a:solidFill>
                <a:latin typeface="Tahoma"/>
                <a:cs typeface="Tahoma"/>
              </a:rPr>
              <a:t>3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4345" y="2143561"/>
            <a:ext cx="2247900" cy="1998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 indent="-240665">
              <a:lnSpc>
                <a:spcPct val="100000"/>
              </a:lnSpc>
              <a:spcBef>
                <a:spcPts val="100"/>
              </a:spcBef>
              <a:buAutoNum type="arabicPlain" startAt="2"/>
              <a:tabLst>
                <a:tab pos="257810" algn="l"/>
              </a:tabLst>
            </a:pPr>
            <a:r>
              <a:rPr sz="1200" b="1" u="sng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SEG</a:t>
            </a:r>
            <a:r>
              <a:rPr sz="1200" b="1" u="sng" spc="-8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 </a:t>
            </a:r>
            <a:r>
              <a:rPr sz="1200" b="1" u="sng" spc="-1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Consulting</a:t>
            </a:r>
            <a:endParaRPr sz="1200">
              <a:latin typeface="Tahoma"/>
              <a:cs typeface="Tahoma"/>
            </a:endParaRPr>
          </a:p>
          <a:p>
            <a:pPr marL="243204" marR="184150" indent="-231140">
              <a:lnSpc>
                <a:spcPct val="135100"/>
              </a:lnSpc>
              <a:spcBef>
                <a:spcPts val="950"/>
              </a:spcBef>
              <a:buAutoNum type="arabicPlain" startAt="2"/>
              <a:tabLst>
                <a:tab pos="243204" algn="l"/>
                <a:tab pos="257810" algn="l"/>
              </a:tabLst>
            </a:pPr>
            <a:r>
              <a:rPr sz="1200" b="1" dirty="0">
                <a:solidFill>
                  <a:srgbClr val="666666"/>
                </a:solidFill>
                <a:latin typeface="Tahoma"/>
                <a:cs typeface="Tahoma"/>
              </a:rPr>
              <a:t>	</a:t>
            </a:r>
            <a:r>
              <a:rPr sz="1200" b="1" u="sng" spc="-5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Energías</a:t>
            </a:r>
            <a:r>
              <a:rPr sz="1200" b="1" u="sng" spc="-4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 </a:t>
            </a:r>
            <a:r>
              <a:rPr sz="1200" b="1" u="sng" spc="-1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Renovables</a:t>
            </a:r>
            <a:r>
              <a:rPr sz="1200" b="1" spc="-1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  <a:hlinkClick r:id="rId2" action="ppaction://hlinksldjump"/>
              </a:rPr>
              <a:t>Estadísticas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  <a:hlinkClick r:id="rId2" action="ppaction://hlinksldjump"/>
              </a:rPr>
              <a:t>/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  <a:hlinkClick r:id="rId2" action="ppaction://hlinksldjump"/>
              </a:rPr>
              <a:t>Uruguay</a:t>
            </a:r>
            <a:r>
              <a:rPr sz="1200" spc="5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90" dirty="0">
                <a:solidFill>
                  <a:srgbClr val="666666"/>
                </a:solidFill>
                <a:latin typeface="Microsoft Sans Serif"/>
                <a:cs typeface="Microsoft Sans Serif"/>
                <a:hlinkClick r:id="rId3" action="ppaction://hlinksldjump"/>
              </a:rPr>
              <a:t>SEG</a:t>
            </a:r>
            <a:r>
              <a:rPr sz="12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  <a:hlinkClick r:id="rId3" action="ppaction://hlinksldjump"/>
              </a:rPr>
              <a:t>Greenpower</a:t>
            </a:r>
            <a:r>
              <a:rPr sz="1200" spc="15" dirty="0">
                <a:solidFill>
                  <a:srgbClr val="666666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  <a:hlinkClick r:id="rId3" action="ppaction://hlinksldjump"/>
              </a:rPr>
              <a:t>/</a:t>
            </a:r>
            <a:r>
              <a:rPr sz="1200" spc="15" dirty="0">
                <a:solidFill>
                  <a:srgbClr val="666666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  <a:hlinkClick r:id="rId3" action="ppaction://hlinksldjump"/>
              </a:rPr>
              <a:t>LATAM</a:t>
            </a:r>
            <a:endParaRPr sz="1200">
              <a:latin typeface="Microsoft Sans Serif"/>
              <a:cs typeface="Microsoft Sans Serif"/>
            </a:endParaRPr>
          </a:p>
          <a:p>
            <a:pPr marL="243204" marR="5080">
              <a:lnSpc>
                <a:spcPts val="1870"/>
              </a:lnSpc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  <a:hlinkClick r:id="rId4" action="ppaction://hlinksldjump"/>
              </a:rPr>
              <a:t>Microgeneración</a:t>
            </a:r>
            <a:r>
              <a:rPr sz="1200" spc="-60" dirty="0">
                <a:solidFill>
                  <a:srgbClr val="666666"/>
                </a:solidFill>
                <a:latin typeface="Microsoft Sans Serif"/>
                <a:cs typeface="Microsoft Sans Serif"/>
                <a:hlinkClick r:id="rId4" action="ppaction://hlinksldjump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  <a:hlinkClick r:id="rId4" action="ppaction://hlinksldjump"/>
              </a:rPr>
              <a:t>Fotovoltaica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  <a:hlinkClick r:id="rId5" action="ppaction://hlinksldjump"/>
              </a:rPr>
              <a:t>Hidrógeno</a:t>
            </a:r>
            <a:r>
              <a:rPr sz="1200" spc="114" dirty="0">
                <a:solidFill>
                  <a:srgbClr val="666666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  <a:hlinkClick r:id="rId5" action="ppaction://hlinksldjump"/>
              </a:rPr>
              <a:t>Verde</a:t>
            </a:r>
            <a:endParaRPr sz="1200">
              <a:latin typeface="Microsoft Sans Serif"/>
              <a:cs typeface="Microsoft Sans Serif"/>
            </a:endParaRPr>
          </a:p>
          <a:p>
            <a:pPr marL="252729">
              <a:lnSpc>
                <a:spcPct val="100000"/>
              </a:lnSpc>
              <a:spcBef>
                <a:spcPts val="270"/>
              </a:spcBef>
            </a:pPr>
            <a:r>
              <a:rPr sz="1200" spc="-90" dirty="0">
                <a:solidFill>
                  <a:srgbClr val="666666"/>
                </a:solidFill>
                <a:latin typeface="Microsoft Sans Serif"/>
                <a:cs typeface="Microsoft Sans Serif"/>
                <a:hlinkClick r:id="rId6" action="ppaction://hlinksldjump"/>
              </a:rPr>
              <a:t>SEG</a:t>
            </a:r>
            <a:r>
              <a:rPr sz="12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  <a:hlinkClick r:id="rId6" action="ppaction://hlinksldjump"/>
              </a:rPr>
              <a:t>Heliotec</a:t>
            </a:r>
            <a:r>
              <a:rPr sz="1200" spc="35" dirty="0">
                <a:solidFill>
                  <a:srgbClr val="666666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  <a:hlinkClick r:id="rId6" action="ppaction://hlinksldjump"/>
              </a:rPr>
              <a:t>Uruguay</a:t>
            </a:r>
            <a:r>
              <a:rPr sz="1200" spc="35" dirty="0">
                <a:solidFill>
                  <a:srgbClr val="666666"/>
                </a:solidFill>
                <a:latin typeface="Microsoft Sans Serif"/>
                <a:cs typeface="Microsoft Sans Serif"/>
                <a:hlinkClick r:id="rId6" action="ppaction://hlinksldjump"/>
              </a:rPr>
              <a:t> 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  <a:hlinkClick r:id="rId6" action="ppaction://hlinksldjump"/>
              </a:rPr>
              <a:t>S.A.</a:t>
            </a:r>
            <a:endParaRPr sz="1200">
              <a:latin typeface="Microsoft Sans Serif"/>
              <a:cs typeface="Microsoft Sans Serif"/>
            </a:endParaRPr>
          </a:p>
          <a:p>
            <a:pPr marL="252729">
              <a:lnSpc>
                <a:spcPct val="100000"/>
              </a:lnSpc>
              <a:spcBef>
                <a:spcPts val="415"/>
              </a:spcBef>
            </a:pP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  <a:hlinkClick r:id="rId7" action="ppaction://hlinksldjump"/>
              </a:rPr>
              <a:t>Servicios</a:t>
            </a:r>
            <a:r>
              <a:rPr sz="1200" spc="-30" dirty="0">
                <a:solidFill>
                  <a:srgbClr val="666666"/>
                </a:solidFill>
                <a:latin typeface="Microsoft Sans Serif"/>
                <a:cs typeface="Microsoft Sans Serif"/>
                <a:hlinkClick r:id="rId7" action="ppaction://hlinksldjump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  <a:hlinkClick r:id="rId7" action="ppaction://hlinksldjump"/>
              </a:rPr>
              <a:t>eólicos</a:t>
            </a:r>
            <a:r>
              <a:rPr sz="1200" spc="-30" dirty="0">
                <a:solidFill>
                  <a:srgbClr val="666666"/>
                </a:solidFill>
                <a:latin typeface="Microsoft Sans Serif"/>
                <a:cs typeface="Microsoft Sans Serif"/>
                <a:hlinkClick r:id="rId7" action="ppaction://hlinksldjump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  <a:hlinkClick r:id="rId7" action="ppaction://hlinksldjump"/>
              </a:rPr>
              <a:t>y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  <a:hlinkClick r:id="rId7" action="ppaction://hlinksldjump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  <a:hlinkClick r:id="rId7" action="ppaction://hlinksldjump"/>
              </a:rPr>
              <a:t>solares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17045" y="4847842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666666"/>
                </a:solidFill>
                <a:latin typeface="Tahoma"/>
                <a:cs typeface="Tahoma"/>
              </a:rPr>
              <a:t>5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8351" y="2139903"/>
            <a:ext cx="215900" cy="200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666666"/>
                </a:solidFill>
                <a:latin typeface="Tahoma"/>
                <a:cs typeface="Tahoma"/>
              </a:rPr>
              <a:t>6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ahoma"/>
              <a:cs typeface="Tahoma"/>
            </a:endParaRPr>
          </a:p>
          <a:p>
            <a:pPr marL="13335">
              <a:lnSpc>
                <a:spcPct val="100000"/>
              </a:lnSpc>
            </a:pPr>
            <a:r>
              <a:rPr sz="1200" b="1" spc="-25" dirty="0">
                <a:solidFill>
                  <a:srgbClr val="666666"/>
                </a:solidFill>
                <a:latin typeface="Tahoma"/>
                <a:cs typeface="Tahoma"/>
              </a:rPr>
              <a:t>10</a:t>
            </a:r>
            <a:endParaRPr sz="120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570"/>
              </a:spcBef>
            </a:pPr>
            <a:r>
              <a:rPr sz="1200" spc="25" dirty="0">
                <a:solidFill>
                  <a:srgbClr val="666666"/>
                </a:solidFill>
                <a:latin typeface="Microsoft Sans Serif"/>
                <a:cs typeface="Microsoft Sans Serif"/>
                <a:hlinkClick r:id="rId2" action="ppaction://hlinksldjump"/>
              </a:rPr>
              <a:t>11</a:t>
            </a:r>
            <a:endParaRPr sz="1200">
              <a:latin typeface="Microsoft Sans Serif"/>
              <a:cs typeface="Microsoft Sans Serif"/>
            </a:endParaRPr>
          </a:p>
          <a:p>
            <a:pPr marL="16510">
              <a:lnSpc>
                <a:spcPct val="100000"/>
              </a:lnSpc>
              <a:spcBef>
                <a:spcPts val="434"/>
              </a:spcBef>
            </a:pPr>
            <a:r>
              <a:rPr sz="1200" spc="25" dirty="0">
                <a:solidFill>
                  <a:srgbClr val="666666"/>
                </a:solidFill>
                <a:latin typeface="Microsoft Sans Serif"/>
                <a:cs typeface="Microsoft Sans Serif"/>
                <a:hlinkClick r:id="rId3" action="ppaction://hlinksldjump"/>
              </a:rPr>
              <a:t>12</a:t>
            </a:r>
            <a:endParaRPr sz="1200">
              <a:latin typeface="Microsoft Sans Serif"/>
              <a:cs typeface="Microsoft Sans Serif"/>
            </a:endParaRPr>
          </a:p>
          <a:p>
            <a:pPr marL="17780">
              <a:lnSpc>
                <a:spcPct val="100000"/>
              </a:lnSpc>
              <a:spcBef>
                <a:spcPts val="260"/>
              </a:spcBef>
            </a:pPr>
            <a:r>
              <a:rPr sz="1200" spc="25" dirty="0">
                <a:solidFill>
                  <a:srgbClr val="666666"/>
                </a:solidFill>
                <a:latin typeface="Microsoft Sans Serif"/>
                <a:cs typeface="Microsoft Sans Serif"/>
                <a:hlinkClick r:id="rId4" action="ppaction://hlinksldjump"/>
              </a:rPr>
              <a:t>13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spc="25" dirty="0">
                <a:solidFill>
                  <a:srgbClr val="666666"/>
                </a:solidFill>
                <a:latin typeface="Microsoft Sans Serif"/>
                <a:cs typeface="Microsoft Sans Serif"/>
                <a:hlinkClick r:id="rId5" action="ppaction://hlinksldjump"/>
              </a:rPr>
              <a:t>14</a:t>
            </a:r>
            <a:endParaRPr sz="1200">
              <a:latin typeface="Microsoft Sans Serif"/>
              <a:cs typeface="Microsoft Sans Serif"/>
            </a:endParaRPr>
          </a:p>
          <a:p>
            <a:pPr marL="13970">
              <a:lnSpc>
                <a:spcPct val="100000"/>
              </a:lnSpc>
              <a:spcBef>
                <a:spcPts val="400"/>
              </a:spcBef>
            </a:pPr>
            <a:r>
              <a:rPr sz="1200" spc="25" dirty="0">
                <a:solidFill>
                  <a:srgbClr val="666666"/>
                </a:solidFill>
                <a:latin typeface="Microsoft Sans Serif"/>
                <a:cs typeface="Microsoft Sans Serif"/>
                <a:hlinkClick r:id="rId6" action="ppaction://hlinksldjump"/>
              </a:rPr>
              <a:t>15</a:t>
            </a:r>
            <a:endParaRPr sz="1200">
              <a:latin typeface="Microsoft Sans Serif"/>
              <a:cs typeface="Microsoft Sans Serif"/>
            </a:endParaRPr>
          </a:p>
          <a:p>
            <a:pPr marL="15240">
              <a:lnSpc>
                <a:spcPct val="100000"/>
              </a:lnSpc>
              <a:spcBef>
                <a:spcPts val="400"/>
              </a:spcBef>
            </a:pPr>
            <a:r>
              <a:rPr sz="1200" spc="25" dirty="0">
                <a:solidFill>
                  <a:srgbClr val="666666"/>
                </a:solidFill>
                <a:latin typeface="Microsoft Sans Serif"/>
                <a:cs typeface="Microsoft Sans Serif"/>
                <a:hlinkClick r:id="rId7" action="ppaction://hlinksldjump"/>
              </a:rPr>
              <a:t>16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62008" y="4849520"/>
            <a:ext cx="2082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666666"/>
                </a:solidFill>
                <a:latin typeface="Tahoma"/>
                <a:cs typeface="Tahoma"/>
              </a:rPr>
              <a:t>23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9944" y="4348886"/>
            <a:ext cx="1475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spc="-60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Eficiencia</a:t>
            </a:r>
            <a:r>
              <a:rPr sz="1200" b="1" u="sng" spc="5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 </a:t>
            </a:r>
            <a:r>
              <a:rPr sz="1200" b="1" u="sng" spc="-55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Energética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7168" y="4343158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666666"/>
                </a:solidFill>
                <a:latin typeface="Tahoma"/>
                <a:cs typeface="Tahoma"/>
              </a:rPr>
              <a:t>4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61244" y="4345228"/>
            <a:ext cx="2082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666666"/>
                </a:solidFill>
                <a:latin typeface="Tahoma"/>
                <a:cs typeface="Tahoma"/>
              </a:rPr>
              <a:t>17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9944" y="4836221"/>
            <a:ext cx="1363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spc="-45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Movilidad</a:t>
            </a:r>
            <a:r>
              <a:rPr sz="1200" b="1" u="sng" spc="-25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 </a:t>
            </a:r>
            <a:r>
              <a:rPr sz="1200" b="1" u="sng" spc="-45" dirty="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Tahoma"/>
                <a:cs typeface="Tahoma"/>
              </a:rPr>
              <a:t>Eléctrica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16131" y="5269891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666666"/>
                </a:solidFill>
                <a:latin typeface="Tahoma"/>
                <a:cs typeface="Tahoma"/>
              </a:rPr>
              <a:t>6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58807" y="5269891"/>
            <a:ext cx="2082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666666"/>
                </a:solidFill>
                <a:latin typeface="Tahoma"/>
                <a:cs typeface="Tahoma"/>
              </a:rPr>
              <a:t>25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33140" y="977489"/>
            <a:ext cx="1463969" cy="247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9442" y="4635193"/>
            <a:ext cx="1727150" cy="2059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753410" y="2948043"/>
            <a:ext cx="1185545" cy="1188720"/>
            <a:chOff x="4753410" y="2948043"/>
            <a:chExt cx="1185545" cy="1188720"/>
          </a:xfrm>
        </p:grpSpPr>
        <p:sp>
          <p:nvSpPr>
            <p:cNvPr id="5" name="object 5"/>
            <p:cNvSpPr/>
            <p:nvPr/>
          </p:nvSpPr>
          <p:spPr>
            <a:xfrm>
              <a:off x="4753410" y="2948043"/>
              <a:ext cx="1185545" cy="1114425"/>
            </a:xfrm>
            <a:custGeom>
              <a:avLst/>
              <a:gdLst/>
              <a:ahLst/>
              <a:cxnLst/>
              <a:rect l="l" t="t" r="r" b="b"/>
              <a:pathLst>
                <a:path w="1185545" h="1114425">
                  <a:moveTo>
                    <a:pt x="0" y="1113847"/>
                  </a:moveTo>
                  <a:lnTo>
                    <a:pt x="1185177" y="1113847"/>
                  </a:lnTo>
                  <a:lnTo>
                    <a:pt x="1185177" y="0"/>
                  </a:lnTo>
                  <a:lnTo>
                    <a:pt x="0" y="0"/>
                  </a:lnTo>
                  <a:lnTo>
                    <a:pt x="0" y="1113847"/>
                  </a:lnTo>
                  <a:close/>
                </a:path>
              </a:pathLst>
            </a:custGeom>
            <a:solidFill>
              <a:srgbClr val="DE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3410" y="4061890"/>
              <a:ext cx="1185545" cy="74930"/>
            </a:xfrm>
            <a:custGeom>
              <a:avLst/>
              <a:gdLst/>
              <a:ahLst/>
              <a:cxnLst/>
              <a:rect l="l" t="t" r="r" b="b"/>
              <a:pathLst>
                <a:path w="1185545" h="74929">
                  <a:moveTo>
                    <a:pt x="1185177" y="0"/>
                  </a:moveTo>
                  <a:lnTo>
                    <a:pt x="0" y="0"/>
                  </a:lnTo>
                  <a:lnTo>
                    <a:pt x="0" y="74609"/>
                  </a:lnTo>
                  <a:lnTo>
                    <a:pt x="1185177" y="74609"/>
                  </a:lnTo>
                  <a:lnTo>
                    <a:pt x="118517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53410" y="2948043"/>
              <a:ext cx="269240" cy="449580"/>
            </a:xfrm>
            <a:custGeom>
              <a:avLst/>
              <a:gdLst/>
              <a:ahLst/>
              <a:cxnLst/>
              <a:rect l="l" t="t" r="r" b="b"/>
              <a:pathLst>
                <a:path w="269239" h="449579">
                  <a:moveTo>
                    <a:pt x="135421" y="0"/>
                  </a:moveTo>
                  <a:lnTo>
                    <a:pt x="14314" y="0"/>
                  </a:lnTo>
                  <a:lnTo>
                    <a:pt x="8586" y="3963"/>
                  </a:lnTo>
                  <a:lnTo>
                    <a:pt x="3302" y="19818"/>
                  </a:lnTo>
                  <a:lnTo>
                    <a:pt x="1981" y="27965"/>
                  </a:lnTo>
                  <a:lnTo>
                    <a:pt x="1981" y="36334"/>
                  </a:lnTo>
                  <a:lnTo>
                    <a:pt x="14753" y="71344"/>
                  </a:lnTo>
                  <a:lnTo>
                    <a:pt x="89179" y="71344"/>
                  </a:lnTo>
                  <a:lnTo>
                    <a:pt x="94133" y="72666"/>
                  </a:lnTo>
                  <a:lnTo>
                    <a:pt x="98097" y="77951"/>
                  </a:lnTo>
                  <a:lnTo>
                    <a:pt x="99090" y="82576"/>
                  </a:lnTo>
                  <a:lnTo>
                    <a:pt x="99090" y="89183"/>
                  </a:lnTo>
                  <a:lnTo>
                    <a:pt x="99090" y="367290"/>
                  </a:lnTo>
                  <a:lnTo>
                    <a:pt x="98209" y="371697"/>
                  </a:lnTo>
                  <a:lnTo>
                    <a:pt x="94683" y="376099"/>
                  </a:lnTo>
                  <a:lnTo>
                    <a:pt x="89618" y="377201"/>
                  </a:lnTo>
                  <a:lnTo>
                    <a:pt x="12330" y="377201"/>
                  </a:lnTo>
                  <a:lnTo>
                    <a:pt x="6606" y="381165"/>
                  </a:lnTo>
                  <a:lnTo>
                    <a:pt x="0" y="414195"/>
                  </a:lnTo>
                  <a:lnTo>
                    <a:pt x="247" y="421460"/>
                  </a:lnTo>
                  <a:lnTo>
                    <a:pt x="12330" y="449205"/>
                  </a:lnTo>
                  <a:lnTo>
                    <a:pt x="257191" y="449205"/>
                  </a:lnTo>
                  <a:lnTo>
                    <a:pt x="268862" y="413532"/>
                  </a:lnTo>
                  <a:lnTo>
                    <a:pt x="268635" y="406493"/>
                  </a:lnTo>
                  <a:lnTo>
                    <a:pt x="257191" y="377201"/>
                  </a:lnTo>
                  <a:lnTo>
                    <a:pt x="194433" y="377201"/>
                  </a:lnTo>
                  <a:lnTo>
                    <a:pt x="189370" y="376099"/>
                  </a:lnTo>
                  <a:lnTo>
                    <a:pt x="185846" y="371697"/>
                  </a:lnTo>
                  <a:lnTo>
                    <a:pt x="184965" y="367290"/>
                  </a:lnTo>
                  <a:lnTo>
                    <a:pt x="184965" y="40957"/>
                  </a:lnTo>
                  <a:lnTo>
                    <a:pt x="184180" y="32431"/>
                  </a:lnTo>
                  <a:lnTo>
                    <a:pt x="156891" y="2891"/>
                  </a:lnTo>
                  <a:lnTo>
                    <a:pt x="146899" y="722"/>
                  </a:lnTo>
                  <a:lnTo>
                    <a:pt x="135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53407" y="2948045"/>
              <a:ext cx="1185545" cy="1113155"/>
            </a:xfrm>
            <a:custGeom>
              <a:avLst/>
              <a:gdLst/>
              <a:ahLst/>
              <a:cxnLst/>
              <a:rect l="l" t="t" r="r" b="b"/>
              <a:pathLst>
                <a:path w="1185545" h="1113154">
                  <a:moveTo>
                    <a:pt x="340868" y="965098"/>
                  </a:moveTo>
                  <a:lnTo>
                    <a:pt x="339763" y="957275"/>
                  </a:lnTo>
                  <a:lnTo>
                    <a:pt x="335356" y="942746"/>
                  </a:lnTo>
                  <a:lnTo>
                    <a:pt x="330517" y="939114"/>
                  </a:lnTo>
                  <a:lnTo>
                    <a:pt x="288899" y="939114"/>
                  </a:lnTo>
                  <a:lnTo>
                    <a:pt x="283832" y="938009"/>
                  </a:lnTo>
                  <a:lnTo>
                    <a:pt x="280314" y="933615"/>
                  </a:lnTo>
                  <a:lnTo>
                    <a:pt x="279425" y="929208"/>
                  </a:lnTo>
                  <a:lnTo>
                    <a:pt x="279425" y="795769"/>
                  </a:lnTo>
                  <a:lnTo>
                    <a:pt x="275361" y="788936"/>
                  </a:lnTo>
                  <a:lnTo>
                    <a:pt x="239128" y="781227"/>
                  </a:lnTo>
                  <a:lnTo>
                    <a:pt x="230276" y="781812"/>
                  </a:lnTo>
                  <a:lnTo>
                    <a:pt x="196964" y="812533"/>
                  </a:lnTo>
                  <a:lnTo>
                    <a:pt x="196189" y="823506"/>
                  </a:lnTo>
                  <a:lnTo>
                    <a:pt x="196189" y="928763"/>
                  </a:lnTo>
                  <a:lnTo>
                    <a:pt x="195199" y="933615"/>
                  </a:lnTo>
                  <a:lnTo>
                    <a:pt x="191236" y="938009"/>
                  </a:lnTo>
                  <a:lnTo>
                    <a:pt x="186283" y="939114"/>
                  </a:lnTo>
                  <a:lnTo>
                    <a:pt x="94462" y="939114"/>
                  </a:lnTo>
                  <a:lnTo>
                    <a:pt x="90170" y="938453"/>
                  </a:lnTo>
                  <a:lnTo>
                    <a:pt x="86207" y="935812"/>
                  </a:lnTo>
                  <a:lnTo>
                    <a:pt x="85217" y="932726"/>
                  </a:lnTo>
                  <a:lnTo>
                    <a:pt x="85217" y="927887"/>
                  </a:lnTo>
                  <a:lnTo>
                    <a:pt x="100444" y="887882"/>
                  </a:lnTo>
                  <a:lnTo>
                    <a:pt x="127698" y="833831"/>
                  </a:lnTo>
                  <a:lnTo>
                    <a:pt x="146812" y="797420"/>
                  </a:lnTo>
                  <a:lnTo>
                    <a:pt x="196189" y="705269"/>
                  </a:lnTo>
                  <a:lnTo>
                    <a:pt x="201041" y="695579"/>
                  </a:lnTo>
                  <a:lnTo>
                    <a:pt x="203454" y="688530"/>
                  </a:lnTo>
                  <a:lnTo>
                    <a:pt x="203454" y="679716"/>
                  </a:lnTo>
                  <a:lnTo>
                    <a:pt x="162280" y="657593"/>
                  </a:lnTo>
                  <a:lnTo>
                    <a:pt x="156337" y="657034"/>
                  </a:lnTo>
                  <a:lnTo>
                    <a:pt x="150609" y="657034"/>
                  </a:lnTo>
                  <a:lnTo>
                    <a:pt x="118579" y="678599"/>
                  </a:lnTo>
                  <a:lnTo>
                    <a:pt x="73406" y="766533"/>
                  </a:lnTo>
                  <a:lnTo>
                    <a:pt x="42608" y="828789"/>
                  </a:lnTo>
                  <a:lnTo>
                    <a:pt x="19405" y="878840"/>
                  </a:lnTo>
                  <a:lnTo>
                    <a:pt x="4622" y="916647"/>
                  </a:lnTo>
                  <a:lnTo>
                    <a:pt x="0" y="960907"/>
                  </a:lnTo>
                  <a:lnTo>
                    <a:pt x="698" y="973645"/>
                  </a:lnTo>
                  <a:lnTo>
                    <a:pt x="24930" y="1005586"/>
                  </a:lnTo>
                  <a:lnTo>
                    <a:pt x="43599" y="1008468"/>
                  </a:lnTo>
                  <a:lnTo>
                    <a:pt x="185623" y="1008468"/>
                  </a:lnTo>
                  <a:lnTo>
                    <a:pt x="190474" y="1009573"/>
                  </a:lnTo>
                  <a:lnTo>
                    <a:pt x="193992" y="1013980"/>
                  </a:lnTo>
                  <a:lnTo>
                    <a:pt x="194868" y="1018603"/>
                  </a:lnTo>
                  <a:lnTo>
                    <a:pt x="194868" y="1080033"/>
                  </a:lnTo>
                  <a:lnTo>
                    <a:pt x="195859" y="1087094"/>
                  </a:lnTo>
                  <a:lnTo>
                    <a:pt x="230543" y="1111529"/>
                  </a:lnTo>
                  <a:lnTo>
                    <a:pt x="241998" y="1111529"/>
                  </a:lnTo>
                  <a:lnTo>
                    <a:pt x="278104" y="1097216"/>
                  </a:lnTo>
                  <a:lnTo>
                    <a:pt x="279425" y="1093038"/>
                  </a:lnTo>
                  <a:lnTo>
                    <a:pt x="279425" y="1087742"/>
                  </a:lnTo>
                  <a:lnTo>
                    <a:pt x="279425" y="1018171"/>
                  </a:lnTo>
                  <a:lnTo>
                    <a:pt x="280644" y="1013434"/>
                  </a:lnTo>
                  <a:lnTo>
                    <a:pt x="285483" y="1009472"/>
                  </a:lnTo>
                  <a:lnTo>
                    <a:pt x="290220" y="1008468"/>
                  </a:lnTo>
                  <a:lnTo>
                    <a:pt x="329628" y="1008468"/>
                  </a:lnTo>
                  <a:lnTo>
                    <a:pt x="334149" y="1005827"/>
                  </a:lnTo>
                  <a:lnTo>
                    <a:pt x="338988" y="995260"/>
                  </a:lnTo>
                  <a:lnTo>
                    <a:pt x="340423" y="988885"/>
                  </a:lnTo>
                  <a:lnTo>
                    <a:pt x="340868" y="981392"/>
                  </a:lnTo>
                  <a:lnTo>
                    <a:pt x="340868" y="965098"/>
                  </a:lnTo>
                  <a:close/>
                </a:path>
                <a:path w="1185545" h="1113154">
                  <a:moveTo>
                    <a:pt x="738581" y="418160"/>
                  </a:moveTo>
                  <a:lnTo>
                    <a:pt x="716114" y="383108"/>
                  </a:lnTo>
                  <a:lnTo>
                    <a:pt x="708190" y="382485"/>
                  </a:lnTo>
                  <a:lnTo>
                    <a:pt x="549427" y="382485"/>
                  </a:lnTo>
                  <a:lnTo>
                    <a:pt x="545134" y="381825"/>
                  </a:lnTo>
                  <a:lnTo>
                    <a:pt x="540296" y="379183"/>
                  </a:lnTo>
                  <a:lnTo>
                    <a:pt x="539076" y="376542"/>
                  </a:lnTo>
                  <a:lnTo>
                    <a:pt x="539343" y="366014"/>
                  </a:lnTo>
                  <a:lnTo>
                    <a:pt x="553529" y="327431"/>
                  </a:lnTo>
                  <a:lnTo>
                    <a:pt x="579742" y="299110"/>
                  </a:lnTo>
                  <a:lnTo>
                    <a:pt x="623951" y="264579"/>
                  </a:lnTo>
                  <a:lnTo>
                    <a:pt x="650290" y="245872"/>
                  </a:lnTo>
                  <a:lnTo>
                    <a:pt x="661543" y="237655"/>
                  </a:lnTo>
                  <a:lnTo>
                    <a:pt x="698030" y="206527"/>
                  </a:lnTo>
                  <a:lnTo>
                    <a:pt x="721817" y="173736"/>
                  </a:lnTo>
                  <a:lnTo>
                    <a:pt x="733209" y="135013"/>
                  </a:lnTo>
                  <a:lnTo>
                    <a:pt x="734618" y="110985"/>
                  </a:lnTo>
                  <a:lnTo>
                    <a:pt x="733996" y="95478"/>
                  </a:lnTo>
                  <a:lnTo>
                    <a:pt x="724712" y="57150"/>
                  </a:lnTo>
                  <a:lnTo>
                    <a:pt x="695972" y="23126"/>
                  </a:lnTo>
                  <a:lnTo>
                    <a:pt x="650062" y="5283"/>
                  </a:lnTo>
                  <a:lnTo>
                    <a:pt x="604977" y="330"/>
                  </a:lnTo>
                  <a:lnTo>
                    <a:pt x="587959" y="0"/>
                  </a:lnTo>
                  <a:lnTo>
                    <a:pt x="569036" y="190"/>
                  </a:lnTo>
                  <a:lnTo>
                    <a:pt x="522897" y="2971"/>
                  </a:lnTo>
                  <a:lnTo>
                    <a:pt x="482930" y="11899"/>
                  </a:lnTo>
                  <a:lnTo>
                    <a:pt x="457835" y="41402"/>
                  </a:lnTo>
                  <a:lnTo>
                    <a:pt x="457835" y="59016"/>
                  </a:lnTo>
                  <a:lnTo>
                    <a:pt x="496036" y="78397"/>
                  </a:lnTo>
                  <a:lnTo>
                    <a:pt x="554824" y="74206"/>
                  </a:lnTo>
                  <a:lnTo>
                    <a:pt x="565505" y="73990"/>
                  </a:lnTo>
                  <a:lnTo>
                    <a:pt x="614184" y="80124"/>
                  </a:lnTo>
                  <a:lnTo>
                    <a:pt x="640397" y="109601"/>
                  </a:lnTo>
                  <a:lnTo>
                    <a:pt x="641477" y="121551"/>
                  </a:lnTo>
                  <a:lnTo>
                    <a:pt x="641477" y="129044"/>
                  </a:lnTo>
                  <a:lnTo>
                    <a:pt x="623862" y="167284"/>
                  </a:lnTo>
                  <a:lnTo>
                    <a:pt x="588213" y="199428"/>
                  </a:lnTo>
                  <a:lnTo>
                    <a:pt x="566166" y="216014"/>
                  </a:lnTo>
                  <a:lnTo>
                    <a:pt x="529170" y="245084"/>
                  </a:lnTo>
                  <a:lnTo>
                    <a:pt x="498576" y="273634"/>
                  </a:lnTo>
                  <a:lnTo>
                    <a:pt x="469950" y="311492"/>
                  </a:lnTo>
                  <a:lnTo>
                    <a:pt x="453364" y="350901"/>
                  </a:lnTo>
                  <a:lnTo>
                    <a:pt x="446862" y="394919"/>
                  </a:lnTo>
                  <a:lnTo>
                    <a:pt x="446595" y="406933"/>
                  </a:lnTo>
                  <a:lnTo>
                    <a:pt x="447116" y="417855"/>
                  </a:lnTo>
                  <a:lnTo>
                    <a:pt x="465836" y="452589"/>
                  </a:lnTo>
                  <a:lnTo>
                    <a:pt x="482269" y="455815"/>
                  </a:lnTo>
                  <a:lnTo>
                    <a:pt x="725589" y="455815"/>
                  </a:lnTo>
                  <a:lnTo>
                    <a:pt x="738314" y="424980"/>
                  </a:lnTo>
                  <a:lnTo>
                    <a:pt x="738581" y="418160"/>
                  </a:lnTo>
                  <a:close/>
                </a:path>
                <a:path w="1185545" h="1113154">
                  <a:moveTo>
                    <a:pt x="1185176" y="962228"/>
                  </a:moveTo>
                  <a:lnTo>
                    <a:pt x="1181087" y="921791"/>
                  </a:lnTo>
                  <a:lnTo>
                    <a:pt x="1159954" y="878446"/>
                  </a:lnTo>
                  <a:lnTo>
                    <a:pt x="1127213" y="855141"/>
                  </a:lnTo>
                  <a:lnTo>
                    <a:pt x="1077252" y="840422"/>
                  </a:lnTo>
                  <a:lnTo>
                    <a:pt x="1032332" y="835964"/>
                  </a:lnTo>
                  <a:lnTo>
                    <a:pt x="1005268" y="835406"/>
                  </a:lnTo>
                  <a:lnTo>
                    <a:pt x="1004392" y="834961"/>
                  </a:lnTo>
                  <a:lnTo>
                    <a:pt x="1002626" y="833196"/>
                  </a:lnTo>
                  <a:lnTo>
                    <a:pt x="1002195" y="831875"/>
                  </a:lnTo>
                  <a:lnTo>
                    <a:pt x="1002195" y="830122"/>
                  </a:lnTo>
                  <a:lnTo>
                    <a:pt x="1002195" y="824395"/>
                  </a:lnTo>
                  <a:lnTo>
                    <a:pt x="1003287" y="801712"/>
                  </a:lnTo>
                  <a:lnTo>
                    <a:pt x="1004062" y="776274"/>
                  </a:lnTo>
                  <a:lnTo>
                    <a:pt x="1005268" y="751611"/>
                  </a:lnTo>
                  <a:lnTo>
                    <a:pt x="1017168" y="729043"/>
                  </a:lnTo>
                  <a:lnTo>
                    <a:pt x="1166685" y="729043"/>
                  </a:lnTo>
                  <a:lnTo>
                    <a:pt x="1172730" y="725195"/>
                  </a:lnTo>
                  <a:lnTo>
                    <a:pt x="1178458" y="709777"/>
                  </a:lnTo>
                  <a:lnTo>
                    <a:pt x="1179893" y="701954"/>
                  </a:lnTo>
                  <a:lnTo>
                    <a:pt x="1179893" y="694029"/>
                  </a:lnTo>
                  <a:lnTo>
                    <a:pt x="1166241" y="657034"/>
                  </a:lnTo>
                  <a:lnTo>
                    <a:pt x="962558" y="657034"/>
                  </a:lnTo>
                  <a:lnTo>
                    <a:pt x="928458" y="682472"/>
                  </a:lnTo>
                  <a:lnTo>
                    <a:pt x="923772" y="735812"/>
                  </a:lnTo>
                  <a:lnTo>
                    <a:pt x="921283" y="805370"/>
                  </a:lnTo>
                  <a:lnTo>
                    <a:pt x="920280" y="879881"/>
                  </a:lnTo>
                  <a:lnTo>
                    <a:pt x="921931" y="886599"/>
                  </a:lnTo>
                  <a:lnTo>
                    <a:pt x="928535" y="898486"/>
                  </a:lnTo>
                  <a:lnTo>
                    <a:pt x="935253" y="901458"/>
                  </a:lnTo>
                  <a:lnTo>
                    <a:pt x="978408" y="901458"/>
                  </a:lnTo>
                  <a:lnTo>
                    <a:pt x="994575" y="901674"/>
                  </a:lnTo>
                  <a:lnTo>
                    <a:pt x="1034884" y="904760"/>
                  </a:lnTo>
                  <a:lnTo>
                    <a:pt x="1071549" y="916000"/>
                  </a:lnTo>
                  <a:lnTo>
                    <a:pt x="1095832" y="950506"/>
                  </a:lnTo>
                  <a:lnTo>
                    <a:pt x="1097318" y="967524"/>
                  </a:lnTo>
                  <a:lnTo>
                    <a:pt x="1096924" y="978522"/>
                  </a:lnTo>
                  <a:lnTo>
                    <a:pt x="1083195" y="1017638"/>
                  </a:lnTo>
                  <a:lnTo>
                    <a:pt x="1050048" y="1037361"/>
                  </a:lnTo>
                  <a:lnTo>
                    <a:pt x="1010081" y="1041984"/>
                  </a:lnTo>
                  <a:lnTo>
                    <a:pt x="998232" y="1042162"/>
                  </a:lnTo>
                  <a:lnTo>
                    <a:pt x="988568" y="1042022"/>
                  </a:lnTo>
                  <a:lnTo>
                    <a:pt x="978738" y="1041590"/>
                  </a:lnTo>
                  <a:lnTo>
                    <a:pt x="968743" y="1040866"/>
                  </a:lnTo>
                  <a:lnTo>
                    <a:pt x="948690" y="1038847"/>
                  </a:lnTo>
                  <a:lnTo>
                    <a:pt x="930846" y="1037691"/>
                  </a:lnTo>
                  <a:lnTo>
                    <a:pt x="916317" y="1037539"/>
                  </a:lnTo>
                  <a:lnTo>
                    <a:pt x="911580" y="1040409"/>
                  </a:lnTo>
                  <a:lnTo>
                    <a:pt x="905852" y="1051852"/>
                  </a:lnTo>
                  <a:lnTo>
                    <a:pt x="904417" y="1059116"/>
                  </a:lnTo>
                  <a:lnTo>
                    <a:pt x="904417" y="1067930"/>
                  </a:lnTo>
                  <a:lnTo>
                    <a:pt x="930516" y="1104925"/>
                  </a:lnTo>
                  <a:lnTo>
                    <a:pt x="981367" y="1112354"/>
                  </a:lnTo>
                  <a:lnTo>
                    <a:pt x="1003515" y="1112850"/>
                  </a:lnTo>
                  <a:lnTo>
                    <a:pt x="1024140" y="1112456"/>
                  </a:lnTo>
                  <a:lnTo>
                    <a:pt x="1062278" y="1109319"/>
                  </a:lnTo>
                  <a:lnTo>
                    <a:pt x="1111110" y="1097661"/>
                  </a:lnTo>
                  <a:lnTo>
                    <a:pt x="1147851" y="1074242"/>
                  </a:lnTo>
                  <a:lnTo>
                    <a:pt x="1172629" y="1037209"/>
                  </a:lnTo>
                  <a:lnTo>
                    <a:pt x="1184389" y="984008"/>
                  </a:lnTo>
                  <a:lnTo>
                    <a:pt x="1185176" y="962228"/>
                  </a:lnTo>
                  <a:close/>
                </a:path>
                <a:path w="1185545" h="1113154">
                  <a:moveTo>
                    <a:pt x="1185240" y="323697"/>
                  </a:moveTo>
                  <a:lnTo>
                    <a:pt x="1179626" y="283070"/>
                  </a:lnTo>
                  <a:lnTo>
                    <a:pt x="1158405" y="249148"/>
                  </a:lnTo>
                  <a:lnTo>
                    <a:pt x="1124381" y="229069"/>
                  </a:lnTo>
                  <a:lnTo>
                    <a:pt x="1105319" y="222402"/>
                  </a:lnTo>
                  <a:lnTo>
                    <a:pt x="1103998" y="220649"/>
                  </a:lnTo>
                  <a:lnTo>
                    <a:pt x="1103998" y="215798"/>
                  </a:lnTo>
                  <a:lnTo>
                    <a:pt x="1105090" y="214033"/>
                  </a:lnTo>
                  <a:lnTo>
                    <a:pt x="1107287" y="212712"/>
                  </a:lnTo>
                  <a:lnTo>
                    <a:pt x="1115060" y="209994"/>
                  </a:lnTo>
                  <a:lnTo>
                    <a:pt x="1122489" y="207098"/>
                  </a:lnTo>
                  <a:lnTo>
                    <a:pt x="1159154" y="182981"/>
                  </a:lnTo>
                  <a:lnTo>
                    <a:pt x="1175854" y="145897"/>
                  </a:lnTo>
                  <a:lnTo>
                    <a:pt x="1178636" y="111645"/>
                  </a:lnTo>
                  <a:lnTo>
                    <a:pt x="1177937" y="95834"/>
                  </a:lnTo>
                  <a:lnTo>
                    <a:pt x="1167409" y="56819"/>
                  </a:lnTo>
                  <a:lnTo>
                    <a:pt x="1135367" y="22466"/>
                  </a:lnTo>
                  <a:lnTo>
                    <a:pt x="1099324" y="7912"/>
                  </a:lnTo>
                  <a:lnTo>
                    <a:pt x="1054036" y="1244"/>
                  </a:lnTo>
                  <a:lnTo>
                    <a:pt x="1019441" y="0"/>
                  </a:lnTo>
                  <a:lnTo>
                    <a:pt x="991755" y="584"/>
                  </a:lnTo>
                  <a:lnTo>
                    <a:pt x="948651" y="5207"/>
                  </a:lnTo>
                  <a:lnTo>
                    <a:pt x="913168" y="23291"/>
                  </a:lnTo>
                  <a:lnTo>
                    <a:pt x="906475" y="46913"/>
                  </a:lnTo>
                  <a:lnTo>
                    <a:pt x="906475" y="54394"/>
                  </a:lnTo>
                  <a:lnTo>
                    <a:pt x="949985" y="74155"/>
                  </a:lnTo>
                  <a:lnTo>
                    <a:pt x="990117" y="71183"/>
                  </a:lnTo>
                  <a:lnTo>
                    <a:pt x="1008202" y="70688"/>
                  </a:lnTo>
                  <a:lnTo>
                    <a:pt x="1042593" y="73710"/>
                  </a:lnTo>
                  <a:lnTo>
                    <a:pt x="1067168" y="82740"/>
                  </a:lnTo>
                  <a:lnTo>
                    <a:pt x="1081900" y="97815"/>
                  </a:lnTo>
                  <a:lnTo>
                    <a:pt x="1086815" y="118910"/>
                  </a:lnTo>
                  <a:lnTo>
                    <a:pt x="1086446" y="129311"/>
                  </a:lnTo>
                  <a:lnTo>
                    <a:pt x="1073518" y="166966"/>
                  </a:lnTo>
                  <a:lnTo>
                    <a:pt x="1034630" y="186956"/>
                  </a:lnTo>
                  <a:lnTo>
                    <a:pt x="994994" y="189598"/>
                  </a:lnTo>
                  <a:lnTo>
                    <a:pt x="950518" y="189598"/>
                  </a:lnTo>
                  <a:lnTo>
                    <a:pt x="945121" y="192786"/>
                  </a:lnTo>
                  <a:lnTo>
                    <a:pt x="938517" y="205562"/>
                  </a:lnTo>
                  <a:lnTo>
                    <a:pt x="936866" y="213156"/>
                  </a:lnTo>
                  <a:lnTo>
                    <a:pt x="936866" y="221970"/>
                  </a:lnTo>
                  <a:lnTo>
                    <a:pt x="950518" y="256971"/>
                  </a:lnTo>
                  <a:lnTo>
                    <a:pt x="994994" y="256971"/>
                  </a:lnTo>
                  <a:lnTo>
                    <a:pt x="1018006" y="257759"/>
                  </a:lnTo>
                  <a:lnTo>
                    <a:pt x="1069975" y="269532"/>
                  </a:lnTo>
                  <a:lnTo>
                    <a:pt x="1094435" y="302107"/>
                  </a:lnTo>
                  <a:lnTo>
                    <a:pt x="1096060" y="319074"/>
                  </a:lnTo>
                  <a:lnTo>
                    <a:pt x="1095692" y="329501"/>
                  </a:lnTo>
                  <a:lnTo>
                    <a:pt x="1082598" y="367792"/>
                  </a:lnTo>
                  <a:lnTo>
                    <a:pt x="1040574" y="388759"/>
                  </a:lnTo>
                  <a:lnTo>
                    <a:pt x="995654" y="391731"/>
                  </a:lnTo>
                  <a:lnTo>
                    <a:pt x="986155" y="391553"/>
                  </a:lnTo>
                  <a:lnTo>
                    <a:pt x="976160" y="390994"/>
                  </a:lnTo>
                  <a:lnTo>
                    <a:pt x="965682" y="390067"/>
                  </a:lnTo>
                  <a:lnTo>
                    <a:pt x="934389" y="386537"/>
                  </a:lnTo>
                  <a:lnTo>
                    <a:pt x="925842" y="385978"/>
                  </a:lnTo>
                  <a:lnTo>
                    <a:pt x="909993" y="385787"/>
                  </a:lnTo>
                  <a:lnTo>
                    <a:pt x="904379" y="389420"/>
                  </a:lnTo>
                  <a:lnTo>
                    <a:pt x="898652" y="403961"/>
                  </a:lnTo>
                  <a:lnTo>
                    <a:pt x="897229" y="410895"/>
                  </a:lnTo>
                  <a:lnTo>
                    <a:pt x="897229" y="417499"/>
                  </a:lnTo>
                  <a:lnTo>
                    <a:pt x="920572" y="453047"/>
                  </a:lnTo>
                  <a:lnTo>
                    <a:pt x="960640" y="461098"/>
                  </a:lnTo>
                  <a:lnTo>
                    <a:pt x="1002258" y="462419"/>
                  </a:lnTo>
                  <a:lnTo>
                    <a:pt x="1019924" y="462064"/>
                  </a:lnTo>
                  <a:lnTo>
                    <a:pt x="1070965" y="456806"/>
                  </a:lnTo>
                  <a:lnTo>
                    <a:pt x="1116228" y="442988"/>
                  </a:lnTo>
                  <a:lnTo>
                    <a:pt x="1152296" y="417830"/>
                  </a:lnTo>
                  <a:lnTo>
                    <a:pt x="1176693" y="379183"/>
                  </a:lnTo>
                  <a:lnTo>
                    <a:pt x="1184300" y="344170"/>
                  </a:lnTo>
                  <a:lnTo>
                    <a:pt x="1185240" y="323697"/>
                  </a:lnTo>
                  <a:close/>
                </a:path>
              </a:pathLst>
            </a:custGeom>
            <a:solidFill>
              <a:srgbClr val="F0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679" y="1080906"/>
            <a:ext cx="1563731" cy="7443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8925" y="2281979"/>
            <a:ext cx="3893185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100"/>
              </a:lnSpc>
              <a:spcBef>
                <a:spcPts val="100"/>
              </a:spcBef>
            </a:pP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 Ingeniería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S.A.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es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compañía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uruguaya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que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comienza 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sus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actividades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6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 1996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con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asociación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profesionales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en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783" y="3080516"/>
            <a:ext cx="3893185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1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Somos</a:t>
            </a:r>
            <a:r>
              <a:rPr sz="1100" spc="2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229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primera</a:t>
            </a:r>
            <a:r>
              <a:rPr sz="1100" spc="2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consultora</a:t>
            </a:r>
            <a:r>
              <a:rPr sz="1100" spc="229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229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optimización</a:t>
            </a:r>
            <a:r>
              <a:rPr sz="1100" spc="2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229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costos</a:t>
            </a:r>
            <a:r>
              <a:rPr sz="1100" spc="229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país, 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con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visión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convertirse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empresa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líder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servicios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energéticos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región,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liderando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por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varios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años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categorización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ESCOs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MIEM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Uruguay,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y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logrando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mejor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posición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Argentina.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8651" y="4278312"/>
            <a:ext cx="389318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1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Nuestra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empresa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cuenta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amplia</a:t>
            </a:r>
            <a:r>
              <a:rPr sz="11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experiencia</a:t>
            </a:r>
            <a:r>
              <a:rPr sz="11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ámbito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nacional</a:t>
            </a:r>
            <a:r>
              <a:rPr sz="110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regional,</a:t>
            </a:r>
            <a:r>
              <a:rPr sz="110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tiene</a:t>
            </a:r>
            <a:r>
              <a:rPr sz="110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como</a:t>
            </a:r>
            <a:r>
              <a:rPr sz="110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objetivo</a:t>
            </a:r>
            <a:r>
              <a:rPr sz="110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primordial</a:t>
            </a:r>
            <a:r>
              <a:rPr sz="110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análisis,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planificación,</a:t>
            </a:r>
            <a:r>
              <a:rPr sz="1100" spc="20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asesoramiento,</a:t>
            </a:r>
            <a:r>
              <a:rPr sz="1100" spc="2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</a:t>
            </a:r>
            <a:r>
              <a:rPr sz="1100" spc="2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implementación</a:t>
            </a:r>
            <a:r>
              <a:rPr sz="1100" spc="2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2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sistemas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tendientes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mejor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utilización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recursos,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que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se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traduce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menores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costos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clientes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por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ende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en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ahorros</a:t>
            </a:r>
            <a:r>
              <a:rPr sz="1100" spc="-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significativos.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538" y="5675741"/>
            <a:ext cx="3893820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1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Desde 2009, atentos al panorama energético nacional e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inter-nacional,</a:t>
            </a:r>
            <a:r>
              <a:rPr sz="1100" spc="-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1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agregó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nueva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división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negocios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enfocada en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las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energías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renovables.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Grandes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logros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se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alcanzaron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el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corto plazo: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280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9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eólica y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solar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PV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adjudicados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licitaciones</a:t>
            </a:r>
            <a:r>
              <a:rPr sz="11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públicas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</a:t>
            </a:r>
            <a:r>
              <a:rPr sz="11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Argentina.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95909" y="4637225"/>
            <a:ext cx="756285" cy="424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100"/>
              </a:lnSpc>
              <a:spcBef>
                <a:spcPts val="10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Energías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95909" y="2601969"/>
            <a:ext cx="686435" cy="424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100"/>
              </a:lnSpc>
              <a:spcBef>
                <a:spcPts val="10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 Energética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01219" y="3448721"/>
            <a:ext cx="699770" cy="42481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Consulting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95909" y="6017109"/>
            <a:ext cx="636905" cy="424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100"/>
              </a:lnSpc>
              <a:spcBef>
                <a:spcPts val="10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Movilidad Eléctrica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64153" y="2852596"/>
            <a:ext cx="236220" cy="3380740"/>
          </a:xfrm>
          <a:custGeom>
            <a:avLst/>
            <a:gdLst/>
            <a:ahLst/>
            <a:cxnLst/>
            <a:rect l="l" t="t" r="r" b="b"/>
            <a:pathLst>
              <a:path w="236220" h="3380740">
                <a:moveTo>
                  <a:pt x="214077" y="0"/>
                </a:moveTo>
                <a:lnTo>
                  <a:pt x="93600" y="0"/>
                </a:lnTo>
                <a:lnTo>
                  <a:pt x="57226" y="7375"/>
                </a:lnTo>
                <a:lnTo>
                  <a:pt x="27467" y="27468"/>
                </a:lnTo>
                <a:lnTo>
                  <a:pt x="7375" y="57226"/>
                </a:lnTo>
                <a:lnTo>
                  <a:pt x="0" y="93600"/>
                </a:lnTo>
                <a:lnTo>
                  <a:pt x="0" y="3286977"/>
                </a:lnTo>
                <a:lnTo>
                  <a:pt x="7375" y="3323350"/>
                </a:lnTo>
                <a:lnTo>
                  <a:pt x="27467" y="3353108"/>
                </a:lnTo>
                <a:lnTo>
                  <a:pt x="57226" y="3373200"/>
                </a:lnTo>
                <a:lnTo>
                  <a:pt x="93600" y="3380576"/>
                </a:lnTo>
                <a:lnTo>
                  <a:pt x="235964" y="3380576"/>
                </a:lnTo>
              </a:path>
            </a:pathLst>
          </a:custGeom>
          <a:ln w="7199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12541" y="4413343"/>
            <a:ext cx="236220" cy="909319"/>
          </a:xfrm>
          <a:custGeom>
            <a:avLst/>
            <a:gdLst/>
            <a:ahLst/>
            <a:cxnLst/>
            <a:rect l="l" t="t" r="r" b="b"/>
            <a:pathLst>
              <a:path w="236220" h="909320">
                <a:moveTo>
                  <a:pt x="214077" y="0"/>
                </a:moveTo>
                <a:lnTo>
                  <a:pt x="54000" y="0"/>
                </a:lnTo>
                <a:lnTo>
                  <a:pt x="33014" y="4254"/>
                </a:lnTo>
                <a:lnTo>
                  <a:pt x="15846" y="15846"/>
                </a:lnTo>
                <a:lnTo>
                  <a:pt x="4254" y="33014"/>
                </a:lnTo>
                <a:lnTo>
                  <a:pt x="0" y="54000"/>
                </a:lnTo>
                <a:lnTo>
                  <a:pt x="0" y="855281"/>
                </a:lnTo>
                <a:lnTo>
                  <a:pt x="4254" y="876267"/>
                </a:lnTo>
                <a:lnTo>
                  <a:pt x="15846" y="893435"/>
                </a:lnTo>
                <a:lnTo>
                  <a:pt x="33014" y="905027"/>
                </a:lnTo>
                <a:lnTo>
                  <a:pt x="54000" y="909281"/>
                </a:lnTo>
                <a:lnTo>
                  <a:pt x="235965" y="909281"/>
                </a:lnTo>
              </a:path>
            </a:pathLst>
          </a:custGeom>
          <a:ln w="7199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10179" y="6240106"/>
            <a:ext cx="238760" cy="0"/>
          </a:xfrm>
          <a:custGeom>
            <a:avLst/>
            <a:gdLst/>
            <a:ahLst/>
            <a:cxnLst/>
            <a:rect l="l" t="t" r="r" b="b"/>
            <a:pathLst>
              <a:path w="238759">
                <a:moveTo>
                  <a:pt x="0" y="0"/>
                </a:moveTo>
                <a:lnTo>
                  <a:pt x="238328" y="0"/>
                </a:lnTo>
              </a:path>
            </a:pathLst>
          </a:custGeom>
          <a:ln w="7199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10179" y="2831961"/>
            <a:ext cx="238760" cy="0"/>
          </a:xfrm>
          <a:custGeom>
            <a:avLst/>
            <a:gdLst/>
            <a:ahLst/>
            <a:cxnLst/>
            <a:rect l="l" t="t" r="r" b="b"/>
            <a:pathLst>
              <a:path w="238759">
                <a:moveTo>
                  <a:pt x="0" y="0"/>
                </a:moveTo>
                <a:lnTo>
                  <a:pt x="238328" y="0"/>
                </a:lnTo>
              </a:path>
            </a:pathLst>
          </a:custGeom>
          <a:ln w="7199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2525" y="4700192"/>
            <a:ext cx="335584" cy="33558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91" y="2664168"/>
            <a:ext cx="335584" cy="3355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64794" y="6067367"/>
            <a:ext cx="335584" cy="33558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77097" y="3511691"/>
            <a:ext cx="335584" cy="335584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22" name="object 22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087101" y="4199932"/>
            <a:ext cx="684530" cy="686435"/>
            <a:chOff x="5087101" y="4199932"/>
            <a:chExt cx="684530" cy="686435"/>
          </a:xfrm>
        </p:grpSpPr>
        <p:sp>
          <p:nvSpPr>
            <p:cNvPr id="28" name="object 28"/>
            <p:cNvSpPr/>
            <p:nvPr/>
          </p:nvSpPr>
          <p:spPr>
            <a:xfrm>
              <a:off x="5087101" y="4199932"/>
              <a:ext cx="684530" cy="686435"/>
            </a:xfrm>
            <a:custGeom>
              <a:avLst/>
              <a:gdLst/>
              <a:ahLst/>
              <a:cxnLst/>
              <a:rect l="l" t="t" r="r" b="b"/>
              <a:pathLst>
                <a:path w="684529" h="686435">
                  <a:moveTo>
                    <a:pt x="684000" y="0"/>
                  </a:moveTo>
                  <a:lnTo>
                    <a:pt x="0" y="0"/>
                  </a:lnTo>
                  <a:lnTo>
                    <a:pt x="0" y="685896"/>
                  </a:lnTo>
                  <a:lnTo>
                    <a:pt x="684000" y="685896"/>
                  </a:lnTo>
                  <a:lnTo>
                    <a:pt x="684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87101" y="4842769"/>
              <a:ext cx="684530" cy="43180"/>
            </a:xfrm>
            <a:custGeom>
              <a:avLst/>
              <a:gdLst/>
              <a:ahLst/>
              <a:cxnLst/>
              <a:rect l="l" t="t" r="r" b="b"/>
              <a:pathLst>
                <a:path w="684529" h="43179">
                  <a:moveTo>
                    <a:pt x="684000" y="0"/>
                  </a:moveTo>
                  <a:lnTo>
                    <a:pt x="0" y="0"/>
                  </a:lnTo>
                  <a:lnTo>
                    <a:pt x="0" y="43059"/>
                  </a:lnTo>
                  <a:lnTo>
                    <a:pt x="684000" y="43059"/>
                  </a:lnTo>
                  <a:lnTo>
                    <a:pt x="684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50940" y="4361345"/>
              <a:ext cx="558676" cy="33384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72214" y="4384770"/>
              <a:ext cx="514350" cy="288290"/>
            </a:xfrm>
            <a:custGeom>
              <a:avLst/>
              <a:gdLst/>
              <a:ahLst/>
              <a:cxnLst/>
              <a:rect l="l" t="t" r="r" b="b"/>
              <a:pathLst>
                <a:path w="514350" h="288289">
                  <a:moveTo>
                    <a:pt x="59817" y="251993"/>
                  </a:moveTo>
                  <a:lnTo>
                    <a:pt x="54000" y="251993"/>
                  </a:lnTo>
                  <a:lnTo>
                    <a:pt x="54000" y="286791"/>
                  </a:lnTo>
                  <a:lnTo>
                    <a:pt x="59817" y="286791"/>
                  </a:lnTo>
                  <a:lnTo>
                    <a:pt x="59817" y="251993"/>
                  </a:lnTo>
                  <a:close/>
                </a:path>
                <a:path w="514350" h="288289">
                  <a:moveTo>
                    <a:pt x="110566" y="251993"/>
                  </a:moveTo>
                  <a:lnTo>
                    <a:pt x="104978" y="251993"/>
                  </a:lnTo>
                  <a:lnTo>
                    <a:pt x="104978" y="278028"/>
                  </a:lnTo>
                  <a:lnTo>
                    <a:pt x="94221" y="260756"/>
                  </a:lnTo>
                  <a:lnTo>
                    <a:pt x="88760" y="251993"/>
                  </a:lnTo>
                  <a:lnTo>
                    <a:pt x="82626" y="251993"/>
                  </a:lnTo>
                  <a:lnTo>
                    <a:pt x="82626" y="286791"/>
                  </a:lnTo>
                  <a:lnTo>
                    <a:pt x="88163" y="286791"/>
                  </a:lnTo>
                  <a:lnTo>
                    <a:pt x="88163" y="260756"/>
                  </a:lnTo>
                  <a:lnTo>
                    <a:pt x="104470" y="286791"/>
                  </a:lnTo>
                  <a:lnTo>
                    <a:pt x="110566" y="286791"/>
                  </a:lnTo>
                  <a:lnTo>
                    <a:pt x="110566" y="278028"/>
                  </a:lnTo>
                  <a:lnTo>
                    <a:pt x="110566" y="251993"/>
                  </a:lnTo>
                  <a:close/>
                </a:path>
                <a:path w="514350" h="288289">
                  <a:moveTo>
                    <a:pt x="163614" y="268008"/>
                  </a:moveTo>
                  <a:lnTo>
                    <a:pt x="148742" y="268008"/>
                  </a:lnTo>
                  <a:lnTo>
                    <a:pt x="148742" y="272808"/>
                  </a:lnTo>
                  <a:lnTo>
                    <a:pt x="158267" y="272808"/>
                  </a:lnTo>
                  <a:lnTo>
                    <a:pt x="158153" y="275767"/>
                  </a:lnTo>
                  <a:lnTo>
                    <a:pt x="157213" y="278130"/>
                  </a:lnTo>
                  <a:lnTo>
                    <a:pt x="153670" y="281660"/>
                  </a:lnTo>
                  <a:lnTo>
                    <a:pt x="151358" y="282536"/>
                  </a:lnTo>
                  <a:lnTo>
                    <a:pt x="145161" y="282536"/>
                  </a:lnTo>
                  <a:lnTo>
                    <a:pt x="142506" y="281355"/>
                  </a:lnTo>
                  <a:lnTo>
                    <a:pt x="138633" y="276631"/>
                  </a:lnTo>
                  <a:lnTo>
                    <a:pt x="137668" y="273392"/>
                  </a:lnTo>
                  <a:lnTo>
                    <a:pt x="137668" y="265087"/>
                  </a:lnTo>
                  <a:lnTo>
                    <a:pt x="138620" y="261848"/>
                  </a:lnTo>
                  <a:lnTo>
                    <a:pt x="142468" y="257225"/>
                  </a:lnTo>
                  <a:lnTo>
                    <a:pt x="144957" y="256171"/>
                  </a:lnTo>
                  <a:lnTo>
                    <a:pt x="151295" y="256171"/>
                  </a:lnTo>
                  <a:lnTo>
                    <a:pt x="152920" y="256654"/>
                  </a:lnTo>
                  <a:lnTo>
                    <a:pt x="156057" y="259016"/>
                  </a:lnTo>
                  <a:lnTo>
                    <a:pt x="157022" y="260578"/>
                  </a:lnTo>
                  <a:lnTo>
                    <a:pt x="157467" y="262648"/>
                  </a:lnTo>
                  <a:lnTo>
                    <a:pt x="163207" y="262648"/>
                  </a:lnTo>
                  <a:lnTo>
                    <a:pt x="152463" y="251091"/>
                  </a:lnTo>
                  <a:lnTo>
                    <a:pt x="143256" y="251091"/>
                  </a:lnTo>
                  <a:lnTo>
                    <a:pt x="139242" y="252755"/>
                  </a:lnTo>
                  <a:lnTo>
                    <a:pt x="133223" y="259397"/>
                  </a:lnTo>
                  <a:lnTo>
                    <a:pt x="131711" y="263855"/>
                  </a:lnTo>
                  <a:lnTo>
                    <a:pt x="131711" y="274891"/>
                  </a:lnTo>
                  <a:lnTo>
                    <a:pt x="133210" y="279311"/>
                  </a:lnTo>
                  <a:lnTo>
                    <a:pt x="139166" y="286042"/>
                  </a:lnTo>
                  <a:lnTo>
                    <a:pt x="143065" y="287718"/>
                  </a:lnTo>
                  <a:lnTo>
                    <a:pt x="150190" y="287718"/>
                  </a:lnTo>
                  <a:lnTo>
                    <a:pt x="152273" y="287261"/>
                  </a:lnTo>
                  <a:lnTo>
                    <a:pt x="155956" y="285470"/>
                  </a:lnTo>
                  <a:lnTo>
                    <a:pt x="157518" y="284137"/>
                  </a:lnTo>
                  <a:lnTo>
                    <a:pt x="158699" y="282536"/>
                  </a:lnTo>
                  <a:lnTo>
                    <a:pt x="158813" y="282397"/>
                  </a:lnTo>
                  <a:lnTo>
                    <a:pt x="159778" y="286791"/>
                  </a:lnTo>
                  <a:lnTo>
                    <a:pt x="163614" y="286791"/>
                  </a:lnTo>
                  <a:lnTo>
                    <a:pt x="163614" y="282397"/>
                  </a:lnTo>
                  <a:lnTo>
                    <a:pt x="163614" y="268008"/>
                  </a:lnTo>
                  <a:close/>
                </a:path>
                <a:path w="514350" h="288289">
                  <a:moveTo>
                    <a:pt x="211340" y="281571"/>
                  </a:moveTo>
                  <a:lnTo>
                    <a:pt x="191452" y="281571"/>
                  </a:lnTo>
                  <a:lnTo>
                    <a:pt x="191452" y="271056"/>
                  </a:lnTo>
                  <a:lnTo>
                    <a:pt x="209219" y="271056"/>
                  </a:lnTo>
                  <a:lnTo>
                    <a:pt x="209219" y="266192"/>
                  </a:lnTo>
                  <a:lnTo>
                    <a:pt x="191452" y="266192"/>
                  </a:lnTo>
                  <a:lnTo>
                    <a:pt x="191452" y="257098"/>
                  </a:lnTo>
                  <a:lnTo>
                    <a:pt x="210705" y="257098"/>
                  </a:lnTo>
                  <a:lnTo>
                    <a:pt x="210705" y="251993"/>
                  </a:lnTo>
                  <a:lnTo>
                    <a:pt x="185762" y="251993"/>
                  </a:lnTo>
                  <a:lnTo>
                    <a:pt x="185762" y="286791"/>
                  </a:lnTo>
                  <a:lnTo>
                    <a:pt x="211340" y="286791"/>
                  </a:lnTo>
                  <a:lnTo>
                    <a:pt x="211340" y="281571"/>
                  </a:lnTo>
                  <a:close/>
                </a:path>
                <a:path w="514350" h="288289">
                  <a:moveTo>
                    <a:pt x="260197" y="251993"/>
                  </a:moveTo>
                  <a:lnTo>
                    <a:pt x="254596" y="251993"/>
                  </a:lnTo>
                  <a:lnTo>
                    <a:pt x="254596" y="278028"/>
                  </a:lnTo>
                  <a:lnTo>
                    <a:pt x="243840" y="260756"/>
                  </a:lnTo>
                  <a:lnTo>
                    <a:pt x="238391" y="251993"/>
                  </a:lnTo>
                  <a:lnTo>
                    <a:pt x="232244" y="251993"/>
                  </a:lnTo>
                  <a:lnTo>
                    <a:pt x="232244" y="286791"/>
                  </a:lnTo>
                  <a:lnTo>
                    <a:pt x="237794" y="286791"/>
                  </a:lnTo>
                  <a:lnTo>
                    <a:pt x="237794" y="260756"/>
                  </a:lnTo>
                  <a:lnTo>
                    <a:pt x="254101" y="286791"/>
                  </a:lnTo>
                  <a:lnTo>
                    <a:pt x="260197" y="286791"/>
                  </a:lnTo>
                  <a:lnTo>
                    <a:pt x="260197" y="278028"/>
                  </a:lnTo>
                  <a:lnTo>
                    <a:pt x="260197" y="251993"/>
                  </a:lnTo>
                  <a:close/>
                </a:path>
                <a:path w="514350" h="288289">
                  <a:moveTo>
                    <a:pt x="288798" y="251993"/>
                  </a:moveTo>
                  <a:lnTo>
                    <a:pt x="282994" y="251993"/>
                  </a:lnTo>
                  <a:lnTo>
                    <a:pt x="282994" y="286791"/>
                  </a:lnTo>
                  <a:lnTo>
                    <a:pt x="288798" y="286791"/>
                  </a:lnTo>
                  <a:lnTo>
                    <a:pt x="288798" y="251993"/>
                  </a:lnTo>
                  <a:close/>
                </a:path>
                <a:path w="514350" h="288289">
                  <a:moveTo>
                    <a:pt x="337210" y="281571"/>
                  </a:moveTo>
                  <a:lnTo>
                    <a:pt x="317309" y="281571"/>
                  </a:lnTo>
                  <a:lnTo>
                    <a:pt x="317309" y="271056"/>
                  </a:lnTo>
                  <a:lnTo>
                    <a:pt x="335076" y="271056"/>
                  </a:lnTo>
                  <a:lnTo>
                    <a:pt x="335076" y="266192"/>
                  </a:lnTo>
                  <a:lnTo>
                    <a:pt x="317309" y="266192"/>
                  </a:lnTo>
                  <a:lnTo>
                    <a:pt x="317309" y="257098"/>
                  </a:lnTo>
                  <a:lnTo>
                    <a:pt x="336562" y="257098"/>
                  </a:lnTo>
                  <a:lnTo>
                    <a:pt x="336562" y="251993"/>
                  </a:lnTo>
                  <a:lnTo>
                    <a:pt x="311619" y="251993"/>
                  </a:lnTo>
                  <a:lnTo>
                    <a:pt x="311619" y="286791"/>
                  </a:lnTo>
                  <a:lnTo>
                    <a:pt x="337210" y="286791"/>
                  </a:lnTo>
                  <a:lnTo>
                    <a:pt x="337210" y="281571"/>
                  </a:lnTo>
                  <a:close/>
                </a:path>
                <a:path w="514350" h="288289">
                  <a:moveTo>
                    <a:pt x="385673" y="285800"/>
                  </a:moveTo>
                  <a:lnTo>
                    <a:pt x="384810" y="285305"/>
                  </a:lnTo>
                  <a:lnTo>
                    <a:pt x="384327" y="283984"/>
                  </a:lnTo>
                  <a:lnTo>
                    <a:pt x="384238" y="281762"/>
                  </a:lnTo>
                  <a:lnTo>
                    <a:pt x="384009" y="278053"/>
                  </a:lnTo>
                  <a:lnTo>
                    <a:pt x="379768" y="269811"/>
                  </a:lnTo>
                  <a:lnTo>
                    <a:pt x="381368" y="269201"/>
                  </a:lnTo>
                  <a:lnTo>
                    <a:pt x="384759" y="258724"/>
                  </a:lnTo>
                  <a:lnTo>
                    <a:pt x="384073" y="256882"/>
                  </a:lnTo>
                  <a:lnTo>
                    <a:pt x="383882" y="256362"/>
                  </a:lnTo>
                  <a:lnTo>
                    <a:pt x="380403" y="252920"/>
                  </a:lnTo>
                  <a:lnTo>
                    <a:pt x="378891" y="252387"/>
                  </a:lnTo>
                  <a:lnTo>
                    <a:pt x="378891" y="260311"/>
                  </a:lnTo>
                  <a:lnTo>
                    <a:pt x="378891" y="264083"/>
                  </a:lnTo>
                  <a:lnTo>
                    <a:pt x="378371" y="265468"/>
                  </a:lnTo>
                  <a:lnTo>
                    <a:pt x="376262" y="267169"/>
                  </a:lnTo>
                  <a:lnTo>
                    <a:pt x="374510" y="267589"/>
                  </a:lnTo>
                  <a:lnTo>
                    <a:pt x="363791" y="267589"/>
                  </a:lnTo>
                  <a:lnTo>
                    <a:pt x="363791" y="256882"/>
                  </a:lnTo>
                  <a:lnTo>
                    <a:pt x="374611" y="256882"/>
                  </a:lnTo>
                  <a:lnTo>
                    <a:pt x="376313" y="257302"/>
                  </a:lnTo>
                  <a:lnTo>
                    <a:pt x="378383" y="258965"/>
                  </a:lnTo>
                  <a:lnTo>
                    <a:pt x="378891" y="260311"/>
                  </a:lnTo>
                  <a:lnTo>
                    <a:pt x="378891" y="252387"/>
                  </a:lnTo>
                  <a:lnTo>
                    <a:pt x="378002" y="252069"/>
                  </a:lnTo>
                  <a:lnTo>
                    <a:pt x="358101" y="252069"/>
                  </a:lnTo>
                  <a:lnTo>
                    <a:pt x="358101" y="286791"/>
                  </a:lnTo>
                  <a:lnTo>
                    <a:pt x="363842" y="286791"/>
                  </a:lnTo>
                  <a:lnTo>
                    <a:pt x="363842" y="272478"/>
                  </a:lnTo>
                  <a:lnTo>
                    <a:pt x="374548" y="272478"/>
                  </a:lnTo>
                  <a:lnTo>
                    <a:pt x="376301" y="272961"/>
                  </a:lnTo>
                  <a:lnTo>
                    <a:pt x="376034" y="272961"/>
                  </a:lnTo>
                  <a:lnTo>
                    <a:pt x="377545" y="274332"/>
                  </a:lnTo>
                  <a:lnTo>
                    <a:pt x="378015" y="275818"/>
                  </a:lnTo>
                  <a:lnTo>
                    <a:pt x="378307" y="281762"/>
                  </a:lnTo>
                  <a:lnTo>
                    <a:pt x="378396" y="283565"/>
                  </a:lnTo>
                  <a:lnTo>
                    <a:pt x="378485" y="284556"/>
                  </a:lnTo>
                  <a:lnTo>
                    <a:pt x="378650" y="285305"/>
                  </a:lnTo>
                  <a:lnTo>
                    <a:pt x="378752" y="285800"/>
                  </a:lnTo>
                  <a:lnTo>
                    <a:pt x="378955" y="286334"/>
                  </a:lnTo>
                  <a:lnTo>
                    <a:pt x="379196" y="286791"/>
                  </a:lnTo>
                  <a:lnTo>
                    <a:pt x="385673" y="286791"/>
                  </a:lnTo>
                  <a:lnTo>
                    <a:pt x="385673" y="285800"/>
                  </a:lnTo>
                  <a:close/>
                </a:path>
                <a:path w="514350" h="288289">
                  <a:moveTo>
                    <a:pt x="412534" y="251993"/>
                  </a:moveTo>
                  <a:lnTo>
                    <a:pt x="406717" y="251993"/>
                  </a:lnTo>
                  <a:lnTo>
                    <a:pt x="406717" y="286791"/>
                  </a:lnTo>
                  <a:lnTo>
                    <a:pt x="412534" y="286791"/>
                  </a:lnTo>
                  <a:lnTo>
                    <a:pt x="412534" y="251993"/>
                  </a:lnTo>
                  <a:close/>
                </a:path>
                <a:path w="514350" h="288289">
                  <a:moveTo>
                    <a:pt x="463600" y="286791"/>
                  </a:moveTo>
                  <a:lnTo>
                    <a:pt x="460298" y="277799"/>
                  </a:lnTo>
                  <a:lnTo>
                    <a:pt x="458520" y="272948"/>
                  </a:lnTo>
                  <a:lnTo>
                    <a:pt x="452970" y="257848"/>
                  </a:lnTo>
                  <a:lnTo>
                    <a:pt x="452704" y="257124"/>
                  </a:lnTo>
                  <a:lnTo>
                    <a:pt x="452704" y="272948"/>
                  </a:lnTo>
                  <a:lnTo>
                    <a:pt x="442353" y="272948"/>
                  </a:lnTo>
                  <a:lnTo>
                    <a:pt x="447535" y="257848"/>
                  </a:lnTo>
                  <a:lnTo>
                    <a:pt x="452704" y="272948"/>
                  </a:lnTo>
                  <a:lnTo>
                    <a:pt x="452704" y="257124"/>
                  </a:lnTo>
                  <a:lnTo>
                    <a:pt x="450824" y="251993"/>
                  </a:lnTo>
                  <a:lnTo>
                    <a:pt x="444296" y="251993"/>
                  </a:lnTo>
                  <a:lnTo>
                    <a:pt x="431660" y="286791"/>
                  </a:lnTo>
                  <a:lnTo>
                    <a:pt x="437705" y="286791"/>
                  </a:lnTo>
                  <a:lnTo>
                    <a:pt x="440753" y="277799"/>
                  </a:lnTo>
                  <a:lnTo>
                    <a:pt x="454291" y="277799"/>
                  </a:lnTo>
                  <a:lnTo>
                    <a:pt x="457403" y="286791"/>
                  </a:lnTo>
                  <a:lnTo>
                    <a:pt x="463600" y="286791"/>
                  </a:lnTo>
                  <a:close/>
                </a:path>
                <a:path w="514350" h="288289">
                  <a:moveTo>
                    <a:pt x="513765" y="98907"/>
                  </a:moveTo>
                  <a:lnTo>
                    <a:pt x="426885" y="98907"/>
                  </a:lnTo>
                  <a:lnTo>
                    <a:pt x="426885" y="126961"/>
                  </a:lnTo>
                  <a:lnTo>
                    <a:pt x="482561" y="126961"/>
                  </a:lnTo>
                  <a:lnTo>
                    <a:pt x="481164" y="139280"/>
                  </a:lnTo>
                  <a:lnTo>
                    <a:pt x="457695" y="175133"/>
                  </a:lnTo>
                  <a:lnTo>
                    <a:pt x="425513" y="183819"/>
                  </a:lnTo>
                  <a:lnTo>
                    <a:pt x="411581" y="182524"/>
                  </a:lnTo>
                  <a:lnTo>
                    <a:pt x="371652" y="151803"/>
                  </a:lnTo>
                  <a:lnTo>
                    <a:pt x="362102" y="106362"/>
                  </a:lnTo>
                  <a:lnTo>
                    <a:pt x="363156" y="89014"/>
                  </a:lnTo>
                  <a:lnTo>
                    <a:pt x="378942" y="49364"/>
                  </a:lnTo>
                  <a:lnTo>
                    <a:pt x="426313" y="29133"/>
                  </a:lnTo>
                  <a:lnTo>
                    <a:pt x="436130" y="29768"/>
                  </a:lnTo>
                  <a:lnTo>
                    <a:pt x="471563" y="51435"/>
                  </a:lnTo>
                  <a:lnTo>
                    <a:pt x="477850" y="67564"/>
                  </a:lnTo>
                  <a:lnTo>
                    <a:pt x="511416" y="67564"/>
                  </a:lnTo>
                  <a:lnTo>
                    <a:pt x="494296" y="27622"/>
                  </a:lnTo>
                  <a:lnTo>
                    <a:pt x="457454" y="4457"/>
                  </a:lnTo>
                  <a:lnTo>
                    <a:pt x="424154" y="0"/>
                  </a:lnTo>
                  <a:lnTo>
                    <a:pt x="403225" y="1828"/>
                  </a:lnTo>
                  <a:lnTo>
                    <a:pt x="368007" y="16395"/>
                  </a:lnTo>
                  <a:lnTo>
                    <a:pt x="342176" y="44945"/>
                  </a:lnTo>
                  <a:lnTo>
                    <a:pt x="331165" y="74752"/>
                  </a:lnTo>
                  <a:lnTo>
                    <a:pt x="327710" y="59397"/>
                  </a:lnTo>
                  <a:lnTo>
                    <a:pt x="320243" y="42049"/>
                  </a:lnTo>
                  <a:lnTo>
                    <a:pt x="315633" y="35521"/>
                  </a:lnTo>
                  <a:lnTo>
                    <a:pt x="309791" y="27241"/>
                  </a:lnTo>
                  <a:lnTo>
                    <a:pt x="296735" y="15392"/>
                  </a:lnTo>
                  <a:lnTo>
                    <a:pt x="289941" y="11633"/>
                  </a:lnTo>
                  <a:lnTo>
                    <a:pt x="289941" y="86042"/>
                  </a:lnTo>
                  <a:lnTo>
                    <a:pt x="195478" y="86042"/>
                  </a:lnTo>
                  <a:lnTo>
                    <a:pt x="197104" y="74676"/>
                  </a:lnTo>
                  <a:lnTo>
                    <a:pt x="197129" y="74460"/>
                  </a:lnTo>
                  <a:lnTo>
                    <a:pt x="199961" y="64681"/>
                  </a:lnTo>
                  <a:lnTo>
                    <a:pt x="224002" y="38823"/>
                  </a:lnTo>
                  <a:lnTo>
                    <a:pt x="223850" y="38823"/>
                  </a:lnTo>
                  <a:lnTo>
                    <a:pt x="232981" y="36347"/>
                  </a:lnTo>
                  <a:lnTo>
                    <a:pt x="232778" y="36347"/>
                  </a:lnTo>
                  <a:lnTo>
                    <a:pt x="243078" y="35521"/>
                  </a:lnTo>
                  <a:lnTo>
                    <a:pt x="282917" y="56045"/>
                  </a:lnTo>
                  <a:lnTo>
                    <a:pt x="289052" y="74460"/>
                  </a:lnTo>
                  <a:lnTo>
                    <a:pt x="289102" y="74676"/>
                  </a:lnTo>
                  <a:lnTo>
                    <a:pt x="289941" y="86042"/>
                  </a:lnTo>
                  <a:lnTo>
                    <a:pt x="289941" y="11633"/>
                  </a:lnTo>
                  <a:lnTo>
                    <a:pt x="281457" y="6934"/>
                  </a:lnTo>
                  <a:lnTo>
                    <a:pt x="264071" y="1905"/>
                  </a:lnTo>
                  <a:lnTo>
                    <a:pt x="264363" y="1905"/>
                  </a:lnTo>
                  <a:lnTo>
                    <a:pt x="244208" y="165"/>
                  </a:lnTo>
                  <a:lnTo>
                    <a:pt x="223837" y="1905"/>
                  </a:lnTo>
                  <a:lnTo>
                    <a:pt x="205803" y="7086"/>
                  </a:lnTo>
                  <a:lnTo>
                    <a:pt x="166052" y="43040"/>
                  </a:lnTo>
                  <a:lnTo>
                    <a:pt x="153822" y="81267"/>
                  </a:lnTo>
                  <a:lnTo>
                    <a:pt x="152285" y="104279"/>
                  </a:lnTo>
                  <a:lnTo>
                    <a:pt x="153466" y="122402"/>
                  </a:lnTo>
                  <a:lnTo>
                    <a:pt x="152615" y="120688"/>
                  </a:lnTo>
                  <a:lnTo>
                    <a:pt x="108470" y="94602"/>
                  </a:lnTo>
                  <a:lnTo>
                    <a:pt x="74460" y="85051"/>
                  </a:lnTo>
                  <a:lnTo>
                    <a:pt x="63487" y="81292"/>
                  </a:lnTo>
                  <a:lnTo>
                    <a:pt x="55067" y="77558"/>
                  </a:lnTo>
                  <a:lnTo>
                    <a:pt x="49174" y="73825"/>
                  </a:lnTo>
                  <a:lnTo>
                    <a:pt x="42989" y="68922"/>
                  </a:lnTo>
                  <a:lnTo>
                    <a:pt x="39928" y="62560"/>
                  </a:lnTo>
                  <a:lnTo>
                    <a:pt x="39928" y="47193"/>
                  </a:lnTo>
                  <a:lnTo>
                    <a:pt x="77457" y="27914"/>
                  </a:lnTo>
                  <a:lnTo>
                    <a:pt x="86956" y="28524"/>
                  </a:lnTo>
                  <a:lnTo>
                    <a:pt x="121234" y="56616"/>
                  </a:lnTo>
                  <a:lnTo>
                    <a:pt x="122478" y="64782"/>
                  </a:lnTo>
                  <a:lnTo>
                    <a:pt x="154673" y="64643"/>
                  </a:lnTo>
                  <a:lnTo>
                    <a:pt x="143268" y="26987"/>
                  </a:lnTo>
                  <a:lnTo>
                    <a:pt x="111404" y="4381"/>
                  </a:lnTo>
                  <a:lnTo>
                    <a:pt x="81457" y="0"/>
                  </a:lnTo>
                  <a:lnTo>
                    <a:pt x="65201" y="1003"/>
                  </a:lnTo>
                  <a:lnTo>
                    <a:pt x="26581" y="15938"/>
                  </a:lnTo>
                  <a:lnTo>
                    <a:pt x="5930" y="57327"/>
                  </a:lnTo>
                  <a:lnTo>
                    <a:pt x="6819" y="68656"/>
                  </a:lnTo>
                  <a:lnTo>
                    <a:pt x="28321" y="101739"/>
                  </a:lnTo>
                  <a:lnTo>
                    <a:pt x="68211" y="117957"/>
                  </a:lnTo>
                  <a:lnTo>
                    <a:pt x="89763" y="123596"/>
                  </a:lnTo>
                  <a:lnTo>
                    <a:pt x="99910" y="127076"/>
                  </a:lnTo>
                  <a:lnTo>
                    <a:pt x="123888" y="152565"/>
                  </a:lnTo>
                  <a:lnTo>
                    <a:pt x="123888" y="164020"/>
                  </a:lnTo>
                  <a:lnTo>
                    <a:pt x="84239" y="184950"/>
                  </a:lnTo>
                  <a:lnTo>
                    <a:pt x="73304" y="184277"/>
                  </a:lnTo>
                  <a:lnTo>
                    <a:pt x="37274" y="160909"/>
                  </a:lnTo>
                  <a:lnTo>
                    <a:pt x="32854" y="143370"/>
                  </a:lnTo>
                  <a:lnTo>
                    <a:pt x="0" y="143370"/>
                  </a:lnTo>
                  <a:lnTo>
                    <a:pt x="13258" y="185737"/>
                  </a:lnTo>
                  <a:lnTo>
                    <a:pt x="47828" y="209524"/>
                  </a:lnTo>
                  <a:lnTo>
                    <a:pt x="81457" y="214083"/>
                  </a:lnTo>
                  <a:lnTo>
                    <a:pt x="98526" y="212991"/>
                  </a:lnTo>
                  <a:lnTo>
                    <a:pt x="138836" y="196596"/>
                  </a:lnTo>
                  <a:lnTo>
                    <a:pt x="158991" y="164096"/>
                  </a:lnTo>
                  <a:lnTo>
                    <a:pt x="160134" y="152488"/>
                  </a:lnTo>
                  <a:lnTo>
                    <a:pt x="165938" y="166268"/>
                  </a:lnTo>
                  <a:lnTo>
                    <a:pt x="205295" y="202692"/>
                  </a:lnTo>
                  <a:lnTo>
                    <a:pt x="243078" y="209689"/>
                  </a:lnTo>
                  <a:lnTo>
                    <a:pt x="259334" y="208521"/>
                  </a:lnTo>
                  <a:lnTo>
                    <a:pt x="300951" y="190893"/>
                  </a:lnTo>
                  <a:lnTo>
                    <a:pt x="326796" y="155956"/>
                  </a:lnTo>
                  <a:lnTo>
                    <a:pt x="330758" y="141300"/>
                  </a:lnTo>
                  <a:lnTo>
                    <a:pt x="289191" y="141300"/>
                  </a:lnTo>
                  <a:lnTo>
                    <a:pt x="286867" y="148247"/>
                  </a:lnTo>
                  <a:lnTo>
                    <a:pt x="286804" y="148463"/>
                  </a:lnTo>
                  <a:lnTo>
                    <a:pt x="283451" y="154787"/>
                  </a:lnTo>
                  <a:lnTo>
                    <a:pt x="245630" y="173418"/>
                  </a:lnTo>
                  <a:lnTo>
                    <a:pt x="234530" y="172491"/>
                  </a:lnTo>
                  <a:lnTo>
                    <a:pt x="203454" y="150431"/>
                  </a:lnTo>
                  <a:lnTo>
                    <a:pt x="195668" y="116293"/>
                  </a:lnTo>
                  <a:lnTo>
                    <a:pt x="327964" y="116293"/>
                  </a:lnTo>
                  <a:lnTo>
                    <a:pt x="328955" y="129984"/>
                  </a:lnTo>
                  <a:lnTo>
                    <a:pt x="333857" y="150507"/>
                  </a:lnTo>
                  <a:lnTo>
                    <a:pt x="353479" y="184619"/>
                  </a:lnTo>
                  <a:lnTo>
                    <a:pt x="401713" y="212242"/>
                  </a:lnTo>
                  <a:lnTo>
                    <a:pt x="421792" y="214083"/>
                  </a:lnTo>
                  <a:lnTo>
                    <a:pt x="431685" y="213588"/>
                  </a:lnTo>
                  <a:lnTo>
                    <a:pt x="473202" y="196469"/>
                  </a:lnTo>
                  <a:lnTo>
                    <a:pt x="485724" y="182968"/>
                  </a:lnTo>
                  <a:lnTo>
                    <a:pt x="491375" y="208711"/>
                  </a:lnTo>
                  <a:lnTo>
                    <a:pt x="513765" y="208711"/>
                  </a:lnTo>
                  <a:lnTo>
                    <a:pt x="513765" y="98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8666743" y="5918768"/>
            <a:ext cx="1033780" cy="642620"/>
            <a:chOff x="8666743" y="5918768"/>
            <a:chExt cx="1033780" cy="642620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95421" y="5978796"/>
              <a:ext cx="1004644" cy="53671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66743" y="5918768"/>
              <a:ext cx="240887" cy="52573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673332" y="5925135"/>
              <a:ext cx="64769" cy="513080"/>
            </a:xfrm>
            <a:custGeom>
              <a:avLst/>
              <a:gdLst/>
              <a:ahLst/>
              <a:cxnLst/>
              <a:rect l="l" t="t" r="r" b="b"/>
              <a:pathLst>
                <a:path w="64770" h="513079">
                  <a:moveTo>
                    <a:pt x="32169" y="0"/>
                  </a:moveTo>
                  <a:lnTo>
                    <a:pt x="19678" y="2538"/>
                  </a:lnTo>
                  <a:lnTo>
                    <a:pt x="9449" y="9449"/>
                  </a:lnTo>
                  <a:lnTo>
                    <a:pt x="2538" y="19678"/>
                  </a:lnTo>
                  <a:lnTo>
                    <a:pt x="0" y="32170"/>
                  </a:lnTo>
                  <a:lnTo>
                    <a:pt x="0" y="480874"/>
                  </a:lnTo>
                  <a:lnTo>
                    <a:pt x="2538" y="493364"/>
                  </a:lnTo>
                  <a:lnTo>
                    <a:pt x="9449" y="503593"/>
                  </a:lnTo>
                  <a:lnTo>
                    <a:pt x="19678" y="510504"/>
                  </a:lnTo>
                  <a:lnTo>
                    <a:pt x="32169" y="513043"/>
                  </a:lnTo>
                  <a:lnTo>
                    <a:pt x="44660" y="510504"/>
                  </a:lnTo>
                  <a:lnTo>
                    <a:pt x="54888" y="503593"/>
                  </a:lnTo>
                  <a:lnTo>
                    <a:pt x="61799" y="493364"/>
                  </a:lnTo>
                  <a:lnTo>
                    <a:pt x="64338" y="480874"/>
                  </a:lnTo>
                  <a:lnTo>
                    <a:pt x="64338" y="456785"/>
                  </a:lnTo>
                  <a:lnTo>
                    <a:pt x="41885" y="453474"/>
                  </a:lnTo>
                  <a:lnTo>
                    <a:pt x="26527" y="444521"/>
                  </a:lnTo>
                  <a:lnTo>
                    <a:pt x="17747" y="427220"/>
                  </a:lnTo>
                  <a:lnTo>
                    <a:pt x="15032" y="398866"/>
                  </a:lnTo>
                  <a:lnTo>
                    <a:pt x="15680" y="302933"/>
                  </a:lnTo>
                  <a:lnTo>
                    <a:pt x="15680" y="100032"/>
                  </a:lnTo>
                  <a:lnTo>
                    <a:pt x="18494" y="78981"/>
                  </a:lnTo>
                  <a:lnTo>
                    <a:pt x="27065" y="62262"/>
                  </a:lnTo>
                  <a:lnTo>
                    <a:pt x="41591" y="51235"/>
                  </a:lnTo>
                  <a:lnTo>
                    <a:pt x="62265" y="47257"/>
                  </a:lnTo>
                  <a:lnTo>
                    <a:pt x="64338" y="47257"/>
                  </a:lnTo>
                  <a:lnTo>
                    <a:pt x="64338" y="32170"/>
                  </a:lnTo>
                  <a:lnTo>
                    <a:pt x="61799" y="19678"/>
                  </a:lnTo>
                  <a:lnTo>
                    <a:pt x="54888" y="9449"/>
                  </a:lnTo>
                  <a:lnTo>
                    <a:pt x="44660" y="2538"/>
                  </a:lnTo>
                  <a:lnTo>
                    <a:pt x="32169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269384" y="6408701"/>
              <a:ext cx="380365" cy="72390"/>
            </a:xfrm>
            <a:custGeom>
              <a:avLst/>
              <a:gdLst/>
              <a:ahLst/>
              <a:cxnLst/>
              <a:rect l="l" t="t" r="r" b="b"/>
              <a:pathLst>
                <a:path w="380365" h="72389">
                  <a:moveTo>
                    <a:pt x="347205" y="0"/>
                  </a:moveTo>
                  <a:lnTo>
                    <a:pt x="314792" y="28641"/>
                  </a:lnTo>
                  <a:lnTo>
                    <a:pt x="314243" y="36835"/>
                  </a:lnTo>
                  <a:lnTo>
                    <a:pt x="314797" y="44590"/>
                  </a:lnTo>
                  <a:lnTo>
                    <a:pt x="347226" y="72198"/>
                  </a:lnTo>
                  <a:lnTo>
                    <a:pt x="355903" y="72198"/>
                  </a:lnTo>
                  <a:lnTo>
                    <a:pt x="363110" y="70041"/>
                  </a:lnTo>
                  <a:lnTo>
                    <a:pt x="374009" y="61829"/>
                  </a:lnTo>
                  <a:lnTo>
                    <a:pt x="341823" y="61829"/>
                  </a:lnTo>
                  <a:lnTo>
                    <a:pt x="336679" y="59885"/>
                  </a:lnTo>
                  <a:lnTo>
                    <a:pt x="329284" y="52067"/>
                  </a:lnTo>
                  <a:lnTo>
                    <a:pt x="327369" y="46537"/>
                  </a:lnTo>
                  <a:lnTo>
                    <a:pt x="327331" y="44590"/>
                  </a:lnTo>
                  <a:lnTo>
                    <a:pt x="327229" y="39405"/>
                  </a:lnTo>
                  <a:lnTo>
                    <a:pt x="380159" y="39405"/>
                  </a:lnTo>
                  <a:lnTo>
                    <a:pt x="380282" y="36835"/>
                  </a:lnTo>
                  <a:lnTo>
                    <a:pt x="380347" y="34350"/>
                  </a:lnTo>
                  <a:lnTo>
                    <a:pt x="380039" y="29945"/>
                  </a:lnTo>
                  <a:lnTo>
                    <a:pt x="327157" y="29945"/>
                  </a:lnTo>
                  <a:lnTo>
                    <a:pt x="327728" y="23613"/>
                  </a:lnTo>
                  <a:lnTo>
                    <a:pt x="327740" y="23483"/>
                  </a:lnTo>
                  <a:lnTo>
                    <a:pt x="329739" y="18709"/>
                  </a:lnTo>
                  <a:lnTo>
                    <a:pt x="329802" y="18558"/>
                  </a:lnTo>
                  <a:lnTo>
                    <a:pt x="336749" y="11840"/>
                  </a:lnTo>
                  <a:lnTo>
                    <a:pt x="341567" y="10113"/>
                  </a:lnTo>
                  <a:lnTo>
                    <a:pt x="372556" y="10113"/>
                  </a:lnTo>
                  <a:lnTo>
                    <a:pt x="371695" y="8989"/>
                  </a:lnTo>
                  <a:lnTo>
                    <a:pt x="366913" y="5060"/>
                  </a:lnTo>
                  <a:lnTo>
                    <a:pt x="361238" y="2250"/>
                  </a:lnTo>
                  <a:lnTo>
                    <a:pt x="354843" y="607"/>
                  </a:lnTo>
                  <a:lnTo>
                    <a:pt x="355261" y="607"/>
                  </a:lnTo>
                  <a:lnTo>
                    <a:pt x="347205" y="0"/>
                  </a:lnTo>
                  <a:close/>
                </a:path>
                <a:path w="380365" h="72389">
                  <a:moveTo>
                    <a:pt x="379364" y="48088"/>
                  </a:moveTo>
                  <a:lnTo>
                    <a:pt x="367156" y="48088"/>
                  </a:lnTo>
                  <a:lnTo>
                    <a:pt x="366414" y="51492"/>
                  </a:lnTo>
                  <a:lnTo>
                    <a:pt x="366288" y="52067"/>
                  </a:lnTo>
                  <a:lnTo>
                    <a:pt x="366199" y="52477"/>
                  </a:lnTo>
                  <a:lnTo>
                    <a:pt x="364092" y="55868"/>
                  </a:lnTo>
                  <a:lnTo>
                    <a:pt x="360817" y="58244"/>
                  </a:lnTo>
                  <a:lnTo>
                    <a:pt x="357565" y="60642"/>
                  </a:lnTo>
                  <a:lnTo>
                    <a:pt x="353404" y="61829"/>
                  </a:lnTo>
                  <a:lnTo>
                    <a:pt x="374009" y="61829"/>
                  </a:lnTo>
                  <a:lnTo>
                    <a:pt x="374525" y="61441"/>
                  </a:lnTo>
                  <a:lnTo>
                    <a:pt x="378032" y="55566"/>
                  </a:lnTo>
                  <a:lnTo>
                    <a:pt x="379364" y="48088"/>
                  </a:lnTo>
                  <a:close/>
                </a:path>
                <a:path w="380365" h="72389">
                  <a:moveTo>
                    <a:pt x="372556" y="10113"/>
                  </a:moveTo>
                  <a:lnTo>
                    <a:pt x="353941" y="10113"/>
                  </a:lnTo>
                  <a:lnTo>
                    <a:pt x="358804" y="11840"/>
                  </a:lnTo>
                  <a:lnTo>
                    <a:pt x="365659" y="18709"/>
                  </a:lnTo>
                  <a:lnTo>
                    <a:pt x="367344" y="23483"/>
                  </a:lnTo>
                  <a:lnTo>
                    <a:pt x="367437" y="29945"/>
                  </a:lnTo>
                  <a:lnTo>
                    <a:pt x="380039" y="29945"/>
                  </a:lnTo>
                  <a:lnTo>
                    <a:pt x="379807" y="26618"/>
                  </a:lnTo>
                  <a:lnTo>
                    <a:pt x="378187" y="19815"/>
                  </a:lnTo>
                  <a:lnTo>
                    <a:pt x="375483" y="13938"/>
                  </a:lnTo>
                  <a:lnTo>
                    <a:pt x="372556" y="10113"/>
                  </a:lnTo>
                  <a:close/>
                </a:path>
                <a:path w="380365" h="72389">
                  <a:moveTo>
                    <a:pt x="33962" y="30593"/>
                  </a:moveTo>
                  <a:lnTo>
                    <a:pt x="0" y="30593"/>
                  </a:lnTo>
                  <a:lnTo>
                    <a:pt x="0" y="40831"/>
                  </a:lnTo>
                  <a:lnTo>
                    <a:pt x="33962" y="40831"/>
                  </a:lnTo>
                  <a:lnTo>
                    <a:pt x="33962" y="30593"/>
                  </a:lnTo>
                  <a:close/>
                </a:path>
                <a:path w="380365" h="72389">
                  <a:moveTo>
                    <a:pt x="60095" y="2203"/>
                  </a:moveTo>
                  <a:lnTo>
                    <a:pt x="48282" y="2203"/>
                  </a:lnTo>
                  <a:lnTo>
                    <a:pt x="48282" y="69998"/>
                  </a:lnTo>
                  <a:lnTo>
                    <a:pt x="60634" y="69998"/>
                  </a:lnTo>
                  <a:lnTo>
                    <a:pt x="60634" y="23850"/>
                  </a:lnTo>
                  <a:lnTo>
                    <a:pt x="62290" y="19098"/>
                  </a:lnTo>
                  <a:lnTo>
                    <a:pt x="68961" y="12228"/>
                  </a:lnTo>
                  <a:lnTo>
                    <a:pt x="70176" y="11775"/>
                  </a:lnTo>
                  <a:lnTo>
                    <a:pt x="60095" y="11775"/>
                  </a:lnTo>
                  <a:lnTo>
                    <a:pt x="60095" y="2203"/>
                  </a:lnTo>
                  <a:close/>
                </a:path>
                <a:path w="380365" h="72389">
                  <a:moveTo>
                    <a:pt x="102616" y="10501"/>
                  </a:moveTo>
                  <a:lnTo>
                    <a:pt x="84423" y="10501"/>
                  </a:lnTo>
                  <a:lnTo>
                    <a:pt x="87899" y="11775"/>
                  </a:lnTo>
                  <a:lnTo>
                    <a:pt x="91907" y="16786"/>
                  </a:lnTo>
                  <a:lnTo>
                    <a:pt x="92911" y="21452"/>
                  </a:lnTo>
                  <a:lnTo>
                    <a:pt x="92911" y="69998"/>
                  </a:lnTo>
                  <a:lnTo>
                    <a:pt x="105401" y="69998"/>
                  </a:lnTo>
                  <a:lnTo>
                    <a:pt x="105401" y="23850"/>
                  </a:lnTo>
                  <a:lnTo>
                    <a:pt x="105956" y="22147"/>
                  </a:lnTo>
                  <a:lnTo>
                    <a:pt x="107004" y="19098"/>
                  </a:lnTo>
                  <a:lnTo>
                    <a:pt x="107650" y="18364"/>
                  </a:lnTo>
                  <a:lnTo>
                    <a:pt x="113612" y="12228"/>
                  </a:lnTo>
                  <a:lnTo>
                    <a:pt x="116552" y="11127"/>
                  </a:lnTo>
                  <a:lnTo>
                    <a:pt x="103017" y="11127"/>
                  </a:lnTo>
                  <a:lnTo>
                    <a:pt x="102616" y="10501"/>
                  </a:lnTo>
                  <a:close/>
                </a:path>
                <a:path w="380365" h="72389">
                  <a:moveTo>
                    <a:pt x="147545" y="10501"/>
                  </a:moveTo>
                  <a:lnTo>
                    <a:pt x="129167" y="10501"/>
                  </a:lnTo>
                  <a:lnTo>
                    <a:pt x="132670" y="11775"/>
                  </a:lnTo>
                  <a:lnTo>
                    <a:pt x="136673" y="16786"/>
                  </a:lnTo>
                  <a:lnTo>
                    <a:pt x="137681" y="21452"/>
                  </a:lnTo>
                  <a:lnTo>
                    <a:pt x="137681" y="69998"/>
                  </a:lnTo>
                  <a:lnTo>
                    <a:pt x="150033" y="69998"/>
                  </a:lnTo>
                  <a:lnTo>
                    <a:pt x="149990" y="21452"/>
                  </a:lnTo>
                  <a:lnTo>
                    <a:pt x="148136" y="11473"/>
                  </a:lnTo>
                  <a:lnTo>
                    <a:pt x="147545" y="10501"/>
                  </a:lnTo>
                  <a:close/>
                </a:path>
                <a:path w="380365" h="72389">
                  <a:moveTo>
                    <a:pt x="87508" y="521"/>
                  </a:moveTo>
                  <a:lnTo>
                    <a:pt x="77943" y="521"/>
                  </a:lnTo>
                  <a:lnTo>
                    <a:pt x="73544" y="1451"/>
                  </a:lnTo>
                  <a:lnTo>
                    <a:pt x="66060" y="5144"/>
                  </a:lnTo>
                  <a:lnTo>
                    <a:pt x="62830" y="7974"/>
                  </a:lnTo>
                  <a:lnTo>
                    <a:pt x="60095" y="11775"/>
                  </a:lnTo>
                  <a:lnTo>
                    <a:pt x="70176" y="11775"/>
                  </a:lnTo>
                  <a:lnTo>
                    <a:pt x="73591" y="10501"/>
                  </a:lnTo>
                  <a:lnTo>
                    <a:pt x="102616" y="10501"/>
                  </a:lnTo>
                  <a:lnTo>
                    <a:pt x="100677" y="7477"/>
                  </a:lnTo>
                  <a:lnTo>
                    <a:pt x="97894" y="4777"/>
                  </a:lnTo>
                  <a:lnTo>
                    <a:pt x="91585" y="1451"/>
                  </a:lnTo>
                  <a:lnTo>
                    <a:pt x="91834" y="1451"/>
                  </a:lnTo>
                  <a:lnTo>
                    <a:pt x="87508" y="521"/>
                  </a:lnTo>
                  <a:close/>
                </a:path>
                <a:path w="380365" h="72389">
                  <a:moveTo>
                    <a:pt x="135779" y="1451"/>
                  </a:moveTo>
                  <a:lnTo>
                    <a:pt x="117084" y="1451"/>
                  </a:lnTo>
                  <a:lnTo>
                    <a:pt x="109706" y="4777"/>
                  </a:lnTo>
                  <a:lnTo>
                    <a:pt x="106221" y="7477"/>
                  </a:lnTo>
                  <a:lnTo>
                    <a:pt x="103017" y="11127"/>
                  </a:lnTo>
                  <a:lnTo>
                    <a:pt x="116552" y="11127"/>
                  </a:lnTo>
                  <a:lnTo>
                    <a:pt x="118245" y="10501"/>
                  </a:lnTo>
                  <a:lnTo>
                    <a:pt x="147545" y="10501"/>
                  </a:lnTo>
                  <a:lnTo>
                    <a:pt x="145213" y="6764"/>
                  </a:lnTo>
                  <a:lnTo>
                    <a:pt x="142523" y="4475"/>
                  </a:lnTo>
                  <a:lnTo>
                    <a:pt x="135779" y="1451"/>
                  </a:lnTo>
                  <a:close/>
                </a:path>
                <a:path w="380365" h="72389">
                  <a:moveTo>
                    <a:pt x="131342" y="521"/>
                  </a:moveTo>
                  <a:lnTo>
                    <a:pt x="121658" y="521"/>
                  </a:lnTo>
                  <a:lnTo>
                    <a:pt x="116814" y="1451"/>
                  </a:lnTo>
                  <a:lnTo>
                    <a:pt x="136175" y="1451"/>
                  </a:lnTo>
                  <a:lnTo>
                    <a:pt x="131342" y="521"/>
                  </a:lnTo>
                  <a:close/>
                </a:path>
                <a:path w="380365" h="72389">
                  <a:moveTo>
                    <a:pt x="199986" y="0"/>
                  </a:moveTo>
                  <a:lnTo>
                    <a:pt x="167202" y="20859"/>
                  </a:lnTo>
                  <a:lnTo>
                    <a:pt x="164901" y="35993"/>
                  </a:lnTo>
                  <a:lnTo>
                    <a:pt x="165480" y="44095"/>
                  </a:lnTo>
                  <a:lnTo>
                    <a:pt x="167121" y="50835"/>
                  </a:lnTo>
                  <a:lnTo>
                    <a:pt x="167217" y="51229"/>
                  </a:lnTo>
                  <a:lnTo>
                    <a:pt x="200127" y="72072"/>
                  </a:lnTo>
                  <a:lnTo>
                    <a:pt x="207986" y="71480"/>
                  </a:lnTo>
                  <a:lnTo>
                    <a:pt x="214910" y="69705"/>
                  </a:lnTo>
                  <a:lnTo>
                    <a:pt x="220902" y="66747"/>
                  </a:lnTo>
                  <a:lnTo>
                    <a:pt x="225970" y="62607"/>
                  </a:lnTo>
                  <a:lnTo>
                    <a:pt x="226480" y="61959"/>
                  </a:lnTo>
                  <a:lnTo>
                    <a:pt x="192877" y="61959"/>
                  </a:lnTo>
                  <a:lnTo>
                    <a:pt x="187285" y="59734"/>
                  </a:lnTo>
                  <a:lnTo>
                    <a:pt x="179473" y="50835"/>
                  </a:lnTo>
                  <a:lnTo>
                    <a:pt x="177533" y="44395"/>
                  </a:lnTo>
                  <a:lnTo>
                    <a:pt x="177533" y="27651"/>
                  </a:lnTo>
                  <a:lnTo>
                    <a:pt x="179460" y="21236"/>
                  </a:lnTo>
                  <a:lnTo>
                    <a:pt x="179767" y="20859"/>
                  </a:lnTo>
                  <a:lnTo>
                    <a:pt x="187239" y="12336"/>
                  </a:lnTo>
                  <a:lnTo>
                    <a:pt x="192830" y="10113"/>
                  </a:lnTo>
                  <a:lnTo>
                    <a:pt x="226456" y="10113"/>
                  </a:lnTo>
                  <a:lnTo>
                    <a:pt x="225967" y="9485"/>
                  </a:lnTo>
                  <a:lnTo>
                    <a:pt x="220878" y="5332"/>
                  </a:lnTo>
                  <a:lnTo>
                    <a:pt x="214850" y="2368"/>
                  </a:lnTo>
                  <a:lnTo>
                    <a:pt x="207886" y="591"/>
                  </a:lnTo>
                  <a:lnTo>
                    <a:pt x="199986" y="0"/>
                  </a:lnTo>
                  <a:close/>
                </a:path>
                <a:path w="380365" h="72389">
                  <a:moveTo>
                    <a:pt x="226456" y="10113"/>
                  </a:moveTo>
                  <a:lnTo>
                    <a:pt x="207331" y="10113"/>
                  </a:lnTo>
                  <a:lnTo>
                    <a:pt x="212853" y="12336"/>
                  </a:lnTo>
                  <a:lnTo>
                    <a:pt x="220525" y="21236"/>
                  </a:lnTo>
                  <a:lnTo>
                    <a:pt x="222444" y="27651"/>
                  </a:lnTo>
                  <a:lnTo>
                    <a:pt x="222444" y="44395"/>
                  </a:lnTo>
                  <a:lnTo>
                    <a:pt x="220525" y="50835"/>
                  </a:lnTo>
                  <a:lnTo>
                    <a:pt x="212853" y="59734"/>
                  </a:lnTo>
                  <a:lnTo>
                    <a:pt x="207331" y="61959"/>
                  </a:lnTo>
                  <a:lnTo>
                    <a:pt x="226480" y="61959"/>
                  </a:lnTo>
                  <a:lnTo>
                    <a:pt x="235212" y="35993"/>
                  </a:lnTo>
                  <a:lnTo>
                    <a:pt x="234636" y="27955"/>
                  </a:lnTo>
                  <a:lnTo>
                    <a:pt x="232999" y="21236"/>
                  </a:lnTo>
                  <a:lnTo>
                    <a:pt x="232906" y="20859"/>
                  </a:lnTo>
                  <a:lnTo>
                    <a:pt x="230019" y="14702"/>
                  </a:lnTo>
                  <a:lnTo>
                    <a:pt x="226456" y="10113"/>
                  </a:lnTo>
                  <a:close/>
                </a:path>
                <a:path w="380365" h="72389">
                  <a:moveTo>
                    <a:pt x="254217" y="2203"/>
                  </a:moveTo>
                  <a:lnTo>
                    <a:pt x="240976" y="2203"/>
                  </a:lnTo>
                  <a:lnTo>
                    <a:pt x="268062" y="69998"/>
                  </a:lnTo>
                  <a:lnTo>
                    <a:pt x="281117" y="69998"/>
                  </a:lnTo>
                  <a:lnTo>
                    <a:pt x="286447" y="56516"/>
                  </a:lnTo>
                  <a:lnTo>
                    <a:pt x="274683" y="56516"/>
                  </a:lnTo>
                  <a:lnTo>
                    <a:pt x="254217" y="2203"/>
                  </a:lnTo>
                  <a:close/>
                </a:path>
                <a:path w="380365" h="72389">
                  <a:moveTo>
                    <a:pt x="307921" y="2203"/>
                  </a:moveTo>
                  <a:lnTo>
                    <a:pt x="294681" y="2203"/>
                  </a:lnTo>
                  <a:lnTo>
                    <a:pt x="274683" y="56516"/>
                  </a:lnTo>
                  <a:lnTo>
                    <a:pt x="286447" y="56516"/>
                  </a:lnTo>
                  <a:lnTo>
                    <a:pt x="307921" y="2203"/>
                  </a:lnTo>
                  <a:close/>
                </a:path>
              </a:pathLst>
            </a:custGeom>
            <a:solidFill>
              <a:srgbClr val="727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89403" y="6407398"/>
              <a:ext cx="70563" cy="7363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199016" y="6408655"/>
              <a:ext cx="53340" cy="71120"/>
            </a:xfrm>
            <a:custGeom>
              <a:avLst/>
              <a:gdLst/>
              <a:ahLst/>
              <a:cxnLst/>
              <a:rect l="l" t="t" r="r" b="b"/>
              <a:pathLst>
                <a:path w="53340" h="71120">
                  <a:moveTo>
                    <a:pt x="39116" y="40487"/>
                  </a:moveTo>
                  <a:lnTo>
                    <a:pt x="35280" y="39268"/>
                  </a:lnTo>
                  <a:lnTo>
                    <a:pt x="31902" y="38760"/>
                  </a:lnTo>
                  <a:lnTo>
                    <a:pt x="22034" y="38760"/>
                  </a:lnTo>
                  <a:lnTo>
                    <a:pt x="18135" y="39408"/>
                  </a:lnTo>
                  <a:lnTo>
                    <a:pt x="14668" y="40487"/>
                  </a:lnTo>
                  <a:lnTo>
                    <a:pt x="39116" y="40487"/>
                  </a:lnTo>
                  <a:close/>
                </a:path>
                <a:path w="53340" h="71120">
                  <a:moveTo>
                    <a:pt x="52882" y="54140"/>
                  </a:moveTo>
                  <a:lnTo>
                    <a:pt x="52857" y="52400"/>
                  </a:lnTo>
                  <a:lnTo>
                    <a:pt x="52349" y="50723"/>
                  </a:lnTo>
                  <a:lnTo>
                    <a:pt x="51460" y="49174"/>
                  </a:lnTo>
                  <a:lnTo>
                    <a:pt x="40068" y="49174"/>
                  </a:lnTo>
                  <a:lnTo>
                    <a:pt x="38785" y="51790"/>
                  </a:lnTo>
                  <a:lnTo>
                    <a:pt x="37045" y="53708"/>
                  </a:lnTo>
                  <a:lnTo>
                    <a:pt x="32677" y="56197"/>
                  </a:lnTo>
                  <a:lnTo>
                    <a:pt x="29870" y="56819"/>
                  </a:lnTo>
                  <a:lnTo>
                    <a:pt x="21590" y="56819"/>
                  </a:lnTo>
                  <a:lnTo>
                    <a:pt x="17868" y="55460"/>
                  </a:lnTo>
                  <a:lnTo>
                    <a:pt x="12941" y="50203"/>
                  </a:lnTo>
                  <a:lnTo>
                    <a:pt x="11544" y="46570"/>
                  </a:lnTo>
                  <a:lnTo>
                    <a:pt x="11112" y="41821"/>
                  </a:lnTo>
                  <a:lnTo>
                    <a:pt x="4356" y="44818"/>
                  </a:lnTo>
                  <a:lnTo>
                    <a:pt x="0" y="49657"/>
                  </a:lnTo>
                  <a:lnTo>
                    <a:pt x="101" y="55054"/>
                  </a:lnTo>
                  <a:lnTo>
                    <a:pt x="2298" y="61214"/>
                  </a:lnTo>
                  <a:lnTo>
                    <a:pt x="8051" y="66167"/>
                  </a:lnTo>
                  <a:lnTo>
                    <a:pt x="16497" y="69430"/>
                  </a:lnTo>
                  <a:lnTo>
                    <a:pt x="26797" y="70497"/>
                  </a:lnTo>
                  <a:lnTo>
                    <a:pt x="37045" y="69075"/>
                  </a:lnTo>
                  <a:lnTo>
                    <a:pt x="45377" y="65519"/>
                  </a:lnTo>
                  <a:lnTo>
                    <a:pt x="50927" y="60363"/>
                  </a:lnTo>
                  <a:lnTo>
                    <a:pt x="52044" y="56819"/>
                  </a:lnTo>
                  <a:lnTo>
                    <a:pt x="52882" y="54140"/>
                  </a:lnTo>
                  <a:close/>
                </a:path>
                <a:path w="53340" h="71120">
                  <a:moveTo>
                    <a:pt x="52882" y="16357"/>
                  </a:moveTo>
                  <a:lnTo>
                    <a:pt x="50927" y="10134"/>
                  </a:lnTo>
                  <a:lnTo>
                    <a:pt x="45377" y="4978"/>
                  </a:lnTo>
                  <a:lnTo>
                    <a:pt x="37045" y="1435"/>
                  </a:lnTo>
                  <a:lnTo>
                    <a:pt x="26797" y="0"/>
                  </a:lnTo>
                  <a:lnTo>
                    <a:pt x="16510" y="1066"/>
                  </a:lnTo>
                  <a:lnTo>
                    <a:pt x="8051" y="4330"/>
                  </a:lnTo>
                  <a:lnTo>
                    <a:pt x="2298" y="9296"/>
                  </a:lnTo>
                  <a:lnTo>
                    <a:pt x="101" y="15455"/>
                  </a:lnTo>
                  <a:lnTo>
                    <a:pt x="2057" y="21678"/>
                  </a:lnTo>
                  <a:lnTo>
                    <a:pt x="7607" y="26835"/>
                  </a:lnTo>
                  <a:lnTo>
                    <a:pt x="15938" y="30391"/>
                  </a:lnTo>
                  <a:lnTo>
                    <a:pt x="26187" y="31813"/>
                  </a:lnTo>
                  <a:lnTo>
                    <a:pt x="36474" y="30746"/>
                  </a:lnTo>
                  <a:lnTo>
                    <a:pt x="44932" y="27482"/>
                  </a:lnTo>
                  <a:lnTo>
                    <a:pt x="50685" y="22517"/>
                  </a:lnTo>
                  <a:lnTo>
                    <a:pt x="52882" y="16357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36679" y="6486134"/>
              <a:ext cx="160373" cy="752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147048" y="6529679"/>
              <a:ext cx="22860" cy="13970"/>
            </a:xfrm>
            <a:custGeom>
              <a:avLst/>
              <a:gdLst/>
              <a:ahLst/>
              <a:cxnLst/>
              <a:rect l="l" t="t" r="r" b="b"/>
              <a:pathLst>
                <a:path w="22859" h="13970">
                  <a:moveTo>
                    <a:pt x="17128" y="0"/>
                  </a:moveTo>
                  <a:lnTo>
                    <a:pt x="11015" y="105"/>
                  </a:lnTo>
                  <a:lnTo>
                    <a:pt x="4899" y="213"/>
                  </a:lnTo>
                  <a:lnTo>
                    <a:pt x="0" y="3286"/>
                  </a:lnTo>
                  <a:lnTo>
                    <a:pt x="143" y="10656"/>
                  </a:lnTo>
                  <a:lnTo>
                    <a:pt x="5158" y="13558"/>
                  </a:lnTo>
                  <a:lnTo>
                    <a:pt x="17387" y="13345"/>
                  </a:lnTo>
                  <a:lnTo>
                    <a:pt x="22287" y="10274"/>
                  </a:lnTo>
                  <a:lnTo>
                    <a:pt x="22143" y="2901"/>
                  </a:lnTo>
                  <a:lnTo>
                    <a:pt x="1712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8666739" y="4780543"/>
            <a:ext cx="1075690" cy="553085"/>
            <a:chOff x="8666739" y="4780543"/>
            <a:chExt cx="1075690" cy="553085"/>
          </a:xfrm>
        </p:grpSpPr>
        <p:sp>
          <p:nvSpPr>
            <p:cNvPr id="42" name="object 42"/>
            <p:cNvSpPr/>
            <p:nvPr/>
          </p:nvSpPr>
          <p:spPr>
            <a:xfrm>
              <a:off x="8666739" y="5002185"/>
              <a:ext cx="462280" cy="193040"/>
            </a:xfrm>
            <a:custGeom>
              <a:avLst/>
              <a:gdLst/>
              <a:ahLst/>
              <a:cxnLst/>
              <a:rect l="l" t="t" r="r" b="b"/>
              <a:pathLst>
                <a:path w="462279" h="193039">
                  <a:moveTo>
                    <a:pt x="28552" y="130060"/>
                  </a:moveTo>
                  <a:lnTo>
                    <a:pt x="0" y="130060"/>
                  </a:lnTo>
                  <a:lnTo>
                    <a:pt x="6309" y="157935"/>
                  </a:lnTo>
                  <a:lnTo>
                    <a:pt x="6431" y="158472"/>
                  </a:lnTo>
                  <a:lnTo>
                    <a:pt x="21533" y="177841"/>
                  </a:lnTo>
                  <a:lnTo>
                    <a:pt x="43937" y="189052"/>
                  </a:lnTo>
                  <a:lnTo>
                    <a:pt x="72274" y="192991"/>
                  </a:lnTo>
                  <a:lnTo>
                    <a:pt x="96633" y="190448"/>
                  </a:lnTo>
                  <a:lnTo>
                    <a:pt x="117366" y="181963"/>
                  </a:lnTo>
                  <a:lnTo>
                    <a:pt x="133016" y="167754"/>
                  </a:lnTo>
                  <a:lnTo>
                    <a:pt x="133654" y="166373"/>
                  </a:lnTo>
                  <a:lnTo>
                    <a:pt x="78681" y="166373"/>
                  </a:lnTo>
                  <a:lnTo>
                    <a:pt x="68384" y="165827"/>
                  </a:lnTo>
                  <a:lnTo>
                    <a:pt x="33557" y="146259"/>
                  </a:lnTo>
                  <a:lnTo>
                    <a:pt x="30282" y="138760"/>
                  </a:lnTo>
                  <a:lnTo>
                    <a:pt x="28552" y="130060"/>
                  </a:lnTo>
                  <a:close/>
                </a:path>
                <a:path w="462279" h="193039">
                  <a:moveTo>
                    <a:pt x="396629" y="190448"/>
                  </a:moveTo>
                  <a:lnTo>
                    <a:pt x="361033" y="190448"/>
                  </a:lnTo>
                  <a:lnTo>
                    <a:pt x="378428" y="192210"/>
                  </a:lnTo>
                  <a:lnTo>
                    <a:pt x="388021" y="191753"/>
                  </a:lnTo>
                  <a:lnTo>
                    <a:pt x="396629" y="190448"/>
                  </a:lnTo>
                  <a:close/>
                </a:path>
                <a:path w="462279" h="193039">
                  <a:moveTo>
                    <a:pt x="327844" y="104907"/>
                  </a:moveTo>
                  <a:lnTo>
                    <a:pt x="295163" y="104907"/>
                  </a:lnTo>
                  <a:lnTo>
                    <a:pt x="297409" y="122313"/>
                  </a:lnTo>
                  <a:lnTo>
                    <a:pt x="317999" y="164915"/>
                  </a:lnTo>
                  <a:lnTo>
                    <a:pt x="360785" y="190448"/>
                  </a:lnTo>
                  <a:lnTo>
                    <a:pt x="396824" y="190448"/>
                  </a:lnTo>
                  <a:lnTo>
                    <a:pt x="431949" y="170305"/>
                  </a:lnTo>
                  <a:lnTo>
                    <a:pt x="435709" y="165618"/>
                  </a:lnTo>
                  <a:lnTo>
                    <a:pt x="383653" y="165618"/>
                  </a:lnTo>
                  <a:lnTo>
                    <a:pt x="347458" y="152793"/>
                  </a:lnTo>
                  <a:lnTo>
                    <a:pt x="328550" y="120811"/>
                  </a:lnTo>
                  <a:lnTo>
                    <a:pt x="328398" y="117386"/>
                  </a:lnTo>
                  <a:lnTo>
                    <a:pt x="328370" y="116763"/>
                  </a:lnTo>
                  <a:lnTo>
                    <a:pt x="328248" y="114011"/>
                  </a:lnTo>
                  <a:lnTo>
                    <a:pt x="328150" y="111808"/>
                  </a:lnTo>
                  <a:lnTo>
                    <a:pt x="328026" y="109007"/>
                  </a:lnTo>
                  <a:lnTo>
                    <a:pt x="327906" y="106300"/>
                  </a:lnTo>
                  <a:lnTo>
                    <a:pt x="327844" y="104907"/>
                  </a:lnTo>
                  <a:close/>
                </a:path>
                <a:path w="462279" h="193039">
                  <a:moveTo>
                    <a:pt x="183823" y="136789"/>
                  </a:moveTo>
                  <a:lnTo>
                    <a:pt x="143762" y="136789"/>
                  </a:lnTo>
                  <a:lnTo>
                    <a:pt x="146690" y="143990"/>
                  </a:lnTo>
                  <a:lnTo>
                    <a:pt x="170551" y="173737"/>
                  </a:lnTo>
                  <a:lnTo>
                    <a:pt x="217603" y="188862"/>
                  </a:lnTo>
                  <a:lnTo>
                    <a:pt x="232235" y="187852"/>
                  </a:lnTo>
                  <a:lnTo>
                    <a:pt x="232521" y="187852"/>
                  </a:lnTo>
                  <a:lnTo>
                    <a:pt x="269723" y="172274"/>
                  </a:lnTo>
                  <a:lnTo>
                    <a:pt x="285618" y="155388"/>
                  </a:lnTo>
                  <a:lnTo>
                    <a:pt x="208210" y="155388"/>
                  </a:lnTo>
                  <a:lnTo>
                    <a:pt x="189431" y="144367"/>
                  </a:lnTo>
                  <a:lnTo>
                    <a:pt x="183823" y="136789"/>
                  </a:lnTo>
                  <a:close/>
                </a:path>
                <a:path w="462279" h="193039">
                  <a:moveTo>
                    <a:pt x="461973" y="163536"/>
                  </a:moveTo>
                  <a:lnTo>
                    <a:pt x="437379" y="163536"/>
                  </a:lnTo>
                  <a:lnTo>
                    <a:pt x="442180" y="187852"/>
                  </a:lnTo>
                  <a:lnTo>
                    <a:pt x="461973" y="187852"/>
                  </a:lnTo>
                  <a:lnTo>
                    <a:pt x="461973" y="163536"/>
                  </a:lnTo>
                  <a:close/>
                </a:path>
                <a:path w="462279" h="193039">
                  <a:moveTo>
                    <a:pt x="73259" y="984"/>
                  </a:moveTo>
                  <a:lnTo>
                    <a:pt x="68570" y="984"/>
                  </a:lnTo>
                  <a:lnTo>
                    <a:pt x="55434" y="1790"/>
                  </a:lnTo>
                  <a:lnTo>
                    <a:pt x="56066" y="1790"/>
                  </a:lnTo>
                  <a:lnTo>
                    <a:pt x="43364" y="4422"/>
                  </a:lnTo>
                  <a:lnTo>
                    <a:pt x="9143" y="31384"/>
                  </a:lnTo>
                  <a:lnTo>
                    <a:pt x="4734" y="54335"/>
                  </a:lnTo>
                  <a:lnTo>
                    <a:pt x="5236" y="60332"/>
                  </a:lnTo>
                  <a:lnTo>
                    <a:pt x="5336" y="61528"/>
                  </a:lnTo>
                  <a:lnTo>
                    <a:pt x="32206" y="96328"/>
                  </a:lnTo>
                  <a:lnTo>
                    <a:pt x="87743" y="114011"/>
                  </a:lnTo>
                  <a:lnTo>
                    <a:pt x="94817" y="116763"/>
                  </a:lnTo>
                  <a:lnTo>
                    <a:pt x="100831" y="120811"/>
                  </a:lnTo>
                  <a:lnTo>
                    <a:pt x="105564" y="125823"/>
                  </a:lnTo>
                  <a:lnTo>
                    <a:pt x="108899" y="131583"/>
                  </a:lnTo>
                  <a:lnTo>
                    <a:pt x="110007" y="143990"/>
                  </a:lnTo>
                  <a:lnTo>
                    <a:pt x="110112" y="145169"/>
                  </a:lnTo>
                  <a:lnTo>
                    <a:pt x="103475" y="156319"/>
                  </a:lnTo>
                  <a:lnTo>
                    <a:pt x="91996" y="163797"/>
                  </a:lnTo>
                  <a:lnTo>
                    <a:pt x="78681" y="166373"/>
                  </a:lnTo>
                  <a:lnTo>
                    <a:pt x="133654" y="166373"/>
                  </a:lnTo>
                  <a:lnTo>
                    <a:pt x="143762" y="136789"/>
                  </a:lnTo>
                  <a:lnTo>
                    <a:pt x="183823" y="136789"/>
                  </a:lnTo>
                  <a:lnTo>
                    <a:pt x="183638" y="136539"/>
                  </a:lnTo>
                  <a:lnTo>
                    <a:pt x="179560" y="127738"/>
                  </a:lnTo>
                  <a:lnTo>
                    <a:pt x="177091" y="117386"/>
                  </a:lnTo>
                  <a:lnTo>
                    <a:pt x="176658" y="111808"/>
                  </a:lnTo>
                  <a:lnTo>
                    <a:pt x="138262" y="111808"/>
                  </a:lnTo>
                  <a:lnTo>
                    <a:pt x="105406" y="88492"/>
                  </a:lnTo>
                  <a:lnTo>
                    <a:pt x="51516" y="72276"/>
                  </a:lnTo>
                  <a:lnTo>
                    <a:pt x="45368" y="69174"/>
                  </a:lnTo>
                  <a:lnTo>
                    <a:pt x="37598" y="62463"/>
                  </a:lnTo>
                  <a:lnTo>
                    <a:pt x="35612" y="57809"/>
                  </a:lnTo>
                  <a:lnTo>
                    <a:pt x="35612" y="43571"/>
                  </a:lnTo>
                  <a:lnTo>
                    <a:pt x="61741" y="26383"/>
                  </a:lnTo>
                  <a:lnTo>
                    <a:pt x="60906" y="26383"/>
                  </a:lnTo>
                  <a:lnTo>
                    <a:pt x="69954" y="25697"/>
                  </a:lnTo>
                  <a:lnTo>
                    <a:pt x="129833" y="25697"/>
                  </a:lnTo>
                  <a:lnTo>
                    <a:pt x="129215" y="24606"/>
                  </a:lnTo>
                  <a:lnTo>
                    <a:pt x="85903" y="1790"/>
                  </a:lnTo>
                  <a:lnTo>
                    <a:pt x="73259" y="984"/>
                  </a:lnTo>
                  <a:close/>
                </a:path>
                <a:path w="462279" h="193039">
                  <a:moveTo>
                    <a:pt x="461973" y="89524"/>
                  </a:moveTo>
                  <a:lnTo>
                    <a:pt x="383976" y="89524"/>
                  </a:lnTo>
                  <a:lnTo>
                    <a:pt x="383976" y="114468"/>
                  </a:lnTo>
                  <a:lnTo>
                    <a:pt x="434420" y="114468"/>
                  </a:lnTo>
                  <a:lnTo>
                    <a:pt x="430582" y="134479"/>
                  </a:lnTo>
                  <a:lnTo>
                    <a:pt x="421669" y="148038"/>
                  </a:lnTo>
                  <a:lnTo>
                    <a:pt x="419831" y="150728"/>
                  </a:lnTo>
                  <a:lnTo>
                    <a:pt x="403870" y="161508"/>
                  </a:lnTo>
                  <a:lnTo>
                    <a:pt x="383653" y="165618"/>
                  </a:lnTo>
                  <a:lnTo>
                    <a:pt x="435709" y="165618"/>
                  </a:lnTo>
                  <a:lnTo>
                    <a:pt x="437379" y="163536"/>
                  </a:lnTo>
                  <a:lnTo>
                    <a:pt x="461973" y="163536"/>
                  </a:lnTo>
                  <a:lnTo>
                    <a:pt x="461973" y="89524"/>
                  </a:lnTo>
                  <a:close/>
                </a:path>
                <a:path w="462279" h="193039">
                  <a:moveTo>
                    <a:pt x="297450" y="127454"/>
                  </a:moveTo>
                  <a:lnTo>
                    <a:pt x="260680" y="127454"/>
                  </a:lnTo>
                  <a:lnTo>
                    <a:pt x="249805" y="145698"/>
                  </a:lnTo>
                  <a:lnTo>
                    <a:pt x="230270" y="155388"/>
                  </a:lnTo>
                  <a:lnTo>
                    <a:pt x="285618" y="155388"/>
                  </a:lnTo>
                  <a:lnTo>
                    <a:pt x="287548" y="152923"/>
                  </a:lnTo>
                  <a:lnTo>
                    <a:pt x="293699" y="141004"/>
                  </a:lnTo>
                  <a:lnTo>
                    <a:pt x="297372" y="127738"/>
                  </a:lnTo>
                  <a:lnTo>
                    <a:pt x="297450" y="127454"/>
                  </a:lnTo>
                  <a:close/>
                </a:path>
                <a:path w="462279" h="193039">
                  <a:moveTo>
                    <a:pt x="217812" y="984"/>
                  </a:moveTo>
                  <a:lnTo>
                    <a:pt x="216406" y="984"/>
                  </a:lnTo>
                  <a:lnTo>
                    <a:pt x="199440" y="2604"/>
                  </a:lnTo>
                  <a:lnTo>
                    <a:pt x="158648" y="26704"/>
                  </a:lnTo>
                  <a:lnTo>
                    <a:pt x="138797" y="75237"/>
                  </a:lnTo>
                  <a:lnTo>
                    <a:pt x="137678" y="93022"/>
                  </a:lnTo>
                  <a:lnTo>
                    <a:pt x="137736" y="106851"/>
                  </a:lnTo>
                  <a:lnTo>
                    <a:pt x="138262" y="111808"/>
                  </a:lnTo>
                  <a:lnTo>
                    <a:pt x="176658" y="111808"/>
                  </a:lnTo>
                  <a:lnTo>
                    <a:pt x="176274" y="106851"/>
                  </a:lnTo>
                  <a:lnTo>
                    <a:pt x="176231" y="106300"/>
                  </a:lnTo>
                  <a:lnTo>
                    <a:pt x="176123" y="104907"/>
                  </a:lnTo>
                  <a:lnTo>
                    <a:pt x="327844" y="104907"/>
                  </a:lnTo>
                  <a:lnTo>
                    <a:pt x="326780" y="80918"/>
                  </a:lnTo>
                  <a:lnTo>
                    <a:pt x="328067" y="77828"/>
                  </a:lnTo>
                  <a:lnTo>
                    <a:pt x="175939" y="77828"/>
                  </a:lnTo>
                  <a:lnTo>
                    <a:pt x="179150" y="61528"/>
                  </a:lnTo>
                  <a:lnTo>
                    <a:pt x="186616" y="46987"/>
                  </a:lnTo>
                  <a:lnTo>
                    <a:pt x="199271" y="36515"/>
                  </a:lnTo>
                  <a:lnTo>
                    <a:pt x="217796" y="32473"/>
                  </a:lnTo>
                  <a:lnTo>
                    <a:pt x="284448" y="32473"/>
                  </a:lnTo>
                  <a:lnTo>
                    <a:pt x="277665" y="23821"/>
                  </a:lnTo>
                  <a:lnTo>
                    <a:pt x="265890" y="13761"/>
                  </a:lnTo>
                  <a:lnTo>
                    <a:pt x="251672" y="6610"/>
                  </a:lnTo>
                  <a:lnTo>
                    <a:pt x="235293" y="2341"/>
                  </a:lnTo>
                  <a:lnTo>
                    <a:pt x="217812" y="984"/>
                  </a:lnTo>
                  <a:close/>
                </a:path>
                <a:path w="462279" h="193039">
                  <a:moveTo>
                    <a:pt x="284448" y="32473"/>
                  </a:moveTo>
                  <a:lnTo>
                    <a:pt x="218352" y="32473"/>
                  </a:lnTo>
                  <a:lnTo>
                    <a:pt x="237154" y="35977"/>
                  </a:lnTo>
                  <a:lnTo>
                    <a:pt x="250606" y="45832"/>
                  </a:lnTo>
                  <a:lnTo>
                    <a:pt x="258593" y="60332"/>
                  </a:lnTo>
                  <a:lnTo>
                    <a:pt x="261298" y="77828"/>
                  </a:lnTo>
                  <a:lnTo>
                    <a:pt x="328067" y="77828"/>
                  </a:lnTo>
                  <a:lnTo>
                    <a:pt x="333087" y="65768"/>
                  </a:lnTo>
                  <a:lnTo>
                    <a:pt x="298113" y="65768"/>
                  </a:lnTo>
                  <a:lnTo>
                    <a:pt x="294792" y="53508"/>
                  </a:lnTo>
                  <a:lnTo>
                    <a:pt x="290197" y="42390"/>
                  </a:lnTo>
                  <a:lnTo>
                    <a:pt x="284448" y="32473"/>
                  </a:lnTo>
                  <a:close/>
                </a:path>
                <a:path w="462279" h="193039">
                  <a:moveTo>
                    <a:pt x="383792" y="0"/>
                  </a:moveTo>
                  <a:lnTo>
                    <a:pt x="331880" y="14461"/>
                  </a:lnTo>
                  <a:lnTo>
                    <a:pt x="306081" y="43846"/>
                  </a:lnTo>
                  <a:lnTo>
                    <a:pt x="298113" y="65768"/>
                  </a:lnTo>
                  <a:lnTo>
                    <a:pt x="333087" y="65768"/>
                  </a:lnTo>
                  <a:lnTo>
                    <a:pt x="342000" y="44358"/>
                  </a:lnTo>
                  <a:lnTo>
                    <a:pt x="350412" y="36164"/>
                  </a:lnTo>
                  <a:lnTo>
                    <a:pt x="359674" y="30683"/>
                  </a:lnTo>
                  <a:lnTo>
                    <a:pt x="370628" y="27616"/>
                  </a:lnTo>
                  <a:lnTo>
                    <a:pt x="383507" y="26704"/>
                  </a:lnTo>
                  <a:lnTo>
                    <a:pt x="445466" y="26704"/>
                  </a:lnTo>
                  <a:lnTo>
                    <a:pt x="444064" y="24606"/>
                  </a:lnTo>
                  <a:lnTo>
                    <a:pt x="435034" y="15727"/>
                  </a:lnTo>
                  <a:lnTo>
                    <a:pt x="424469" y="8893"/>
                  </a:lnTo>
                  <a:lnTo>
                    <a:pt x="412316" y="3936"/>
                  </a:lnTo>
                  <a:lnTo>
                    <a:pt x="398776" y="984"/>
                  </a:lnTo>
                  <a:lnTo>
                    <a:pt x="383792" y="0"/>
                  </a:lnTo>
                  <a:close/>
                </a:path>
                <a:path w="462279" h="193039">
                  <a:moveTo>
                    <a:pt x="445466" y="26704"/>
                  </a:moveTo>
                  <a:lnTo>
                    <a:pt x="384449" y="26704"/>
                  </a:lnTo>
                  <a:lnTo>
                    <a:pt x="400008" y="28720"/>
                  </a:lnTo>
                  <a:lnTo>
                    <a:pt x="412273" y="34300"/>
                  </a:lnTo>
                  <a:lnTo>
                    <a:pt x="413939" y="35100"/>
                  </a:lnTo>
                  <a:lnTo>
                    <a:pt x="424057" y="45395"/>
                  </a:lnTo>
                  <a:lnTo>
                    <a:pt x="424446" y="45832"/>
                  </a:lnTo>
                  <a:lnTo>
                    <a:pt x="430397" y="61121"/>
                  </a:lnTo>
                  <a:lnTo>
                    <a:pt x="459505" y="61121"/>
                  </a:lnTo>
                  <a:lnTo>
                    <a:pt x="456412" y="47604"/>
                  </a:lnTo>
                  <a:lnTo>
                    <a:pt x="451228" y="35332"/>
                  </a:lnTo>
                  <a:lnTo>
                    <a:pt x="445466" y="26704"/>
                  </a:lnTo>
                  <a:close/>
                </a:path>
                <a:path w="462279" h="193039">
                  <a:moveTo>
                    <a:pt x="129833" y="25697"/>
                  </a:moveTo>
                  <a:lnTo>
                    <a:pt x="71032" y="25697"/>
                  </a:lnTo>
                  <a:lnTo>
                    <a:pt x="79107" y="26383"/>
                  </a:lnTo>
                  <a:lnTo>
                    <a:pt x="86815" y="28385"/>
                  </a:lnTo>
                  <a:lnTo>
                    <a:pt x="109982" y="57682"/>
                  </a:lnTo>
                  <a:lnTo>
                    <a:pt x="110081" y="58384"/>
                  </a:lnTo>
                  <a:lnTo>
                    <a:pt x="138971" y="58384"/>
                  </a:lnTo>
                  <a:lnTo>
                    <a:pt x="138881" y="56624"/>
                  </a:lnTo>
                  <a:lnTo>
                    <a:pt x="138114" y="47604"/>
                  </a:lnTo>
                  <a:lnTo>
                    <a:pt x="138061" y="46987"/>
                  </a:lnTo>
                  <a:lnTo>
                    <a:pt x="137963" y="45832"/>
                  </a:lnTo>
                  <a:lnTo>
                    <a:pt x="137840" y="45099"/>
                  </a:lnTo>
                  <a:lnTo>
                    <a:pt x="134702" y="34300"/>
                  </a:lnTo>
                  <a:lnTo>
                    <a:pt x="129833" y="25697"/>
                  </a:lnTo>
                  <a:close/>
                </a:path>
              </a:pathLst>
            </a:custGeom>
            <a:solidFill>
              <a:srgbClr val="727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66739" y="5261370"/>
              <a:ext cx="1075482" cy="7166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57064" y="4780543"/>
              <a:ext cx="582749" cy="449521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666739" y="5384663"/>
            <a:ext cx="1065269" cy="153540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9012618" y="3917796"/>
            <a:ext cx="383540" cy="346710"/>
            <a:chOff x="9012618" y="3917796"/>
            <a:chExt cx="383540" cy="346710"/>
          </a:xfrm>
        </p:grpSpPr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12618" y="3917796"/>
              <a:ext cx="382441" cy="33311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293021" y="3984832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4" h="1270">
                  <a:moveTo>
                    <a:pt x="0" y="0"/>
                  </a:moveTo>
                  <a:lnTo>
                    <a:pt x="0" y="673"/>
                  </a:lnTo>
                  <a:lnTo>
                    <a:pt x="7" y="445"/>
                  </a:lnTo>
                  <a:lnTo>
                    <a:pt x="7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032170" y="3974187"/>
              <a:ext cx="264795" cy="220979"/>
            </a:xfrm>
            <a:custGeom>
              <a:avLst/>
              <a:gdLst/>
              <a:ahLst/>
              <a:cxnLst/>
              <a:rect l="l" t="t" r="r" b="b"/>
              <a:pathLst>
                <a:path w="264795" h="220979">
                  <a:moveTo>
                    <a:pt x="256067" y="0"/>
                  </a:moveTo>
                  <a:lnTo>
                    <a:pt x="220992" y="21754"/>
                  </a:lnTo>
                  <a:lnTo>
                    <a:pt x="187730" y="45224"/>
                  </a:lnTo>
                  <a:lnTo>
                    <a:pt x="154974" y="71083"/>
                  </a:lnTo>
                  <a:lnTo>
                    <a:pt x="121414" y="100003"/>
                  </a:lnTo>
                  <a:lnTo>
                    <a:pt x="85743" y="132660"/>
                  </a:lnTo>
                  <a:lnTo>
                    <a:pt x="46653" y="169725"/>
                  </a:lnTo>
                  <a:lnTo>
                    <a:pt x="2835" y="211874"/>
                  </a:lnTo>
                  <a:lnTo>
                    <a:pt x="2835" y="212439"/>
                  </a:lnTo>
                  <a:lnTo>
                    <a:pt x="2270" y="213000"/>
                  </a:lnTo>
                  <a:lnTo>
                    <a:pt x="0" y="216982"/>
                  </a:lnTo>
                  <a:lnTo>
                    <a:pt x="3973" y="220374"/>
                  </a:lnTo>
                  <a:lnTo>
                    <a:pt x="7929" y="217537"/>
                  </a:lnTo>
                  <a:lnTo>
                    <a:pt x="46779" y="181663"/>
                  </a:lnTo>
                  <a:lnTo>
                    <a:pt x="86806" y="147143"/>
                  </a:lnTo>
                  <a:lnTo>
                    <a:pt x="127965" y="114008"/>
                  </a:lnTo>
                  <a:lnTo>
                    <a:pt x="170209" y="82291"/>
                  </a:lnTo>
                  <a:lnTo>
                    <a:pt x="213491" y="52021"/>
                  </a:lnTo>
                  <a:lnTo>
                    <a:pt x="257766" y="23230"/>
                  </a:lnTo>
                  <a:lnTo>
                    <a:pt x="261740" y="20966"/>
                  </a:lnTo>
                  <a:lnTo>
                    <a:pt x="264570" y="15288"/>
                  </a:lnTo>
                  <a:lnTo>
                    <a:pt x="260035" y="6793"/>
                  </a:lnTo>
                  <a:lnTo>
                    <a:pt x="257766" y="3398"/>
                  </a:lnTo>
                  <a:lnTo>
                    <a:pt x="256067" y="0"/>
                  </a:lnTo>
                  <a:close/>
                </a:path>
              </a:pathLst>
            </a:custGeom>
            <a:solidFill>
              <a:srgbClr val="C737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018316" y="4221650"/>
              <a:ext cx="377825" cy="43180"/>
            </a:xfrm>
            <a:custGeom>
              <a:avLst/>
              <a:gdLst/>
              <a:ahLst/>
              <a:cxnLst/>
              <a:rect l="l" t="t" r="r" b="b"/>
              <a:pathLst>
                <a:path w="377825" h="43179">
                  <a:moveTo>
                    <a:pt x="9425" y="22191"/>
                  </a:moveTo>
                  <a:lnTo>
                    <a:pt x="1654" y="22191"/>
                  </a:lnTo>
                  <a:lnTo>
                    <a:pt x="0" y="26619"/>
                  </a:lnTo>
                  <a:lnTo>
                    <a:pt x="2821" y="29451"/>
                  </a:lnTo>
                  <a:lnTo>
                    <a:pt x="6220" y="31148"/>
                  </a:lnTo>
                  <a:lnTo>
                    <a:pt x="14726" y="32288"/>
                  </a:lnTo>
                  <a:lnTo>
                    <a:pt x="22658" y="33983"/>
                  </a:lnTo>
                  <a:lnTo>
                    <a:pt x="31158" y="35121"/>
                  </a:lnTo>
                  <a:lnTo>
                    <a:pt x="86506" y="39679"/>
                  </a:lnTo>
                  <a:lnTo>
                    <a:pt x="142120" y="42274"/>
                  </a:lnTo>
                  <a:lnTo>
                    <a:pt x="198054" y="42849"/>
                  </a:lnTo>
                  <a:lnTo>
                    <a:pt x="254361" y="41349"/>
                  </a:lnTo>
                  <a:lnTo>
                    <a:pt x="285096" y="39438"/>
                  </a:lnTo>
                  <a:lnTo>
                    <a:pt x="296745" y="38562"/>
                  </a:lnTo>
                  <a:lnTo>
                    <a:pt x="303084" y="37951"/>
                  </a:lnTo>
                  <a:lnTo>
                    <a:pt x="314567" y="37005"/>
                  </a:lnTo>
                  <a:lnTo>
                    <a:pt x="349545" y="33422"/>
                  </a:lnTo>
                  <a:lnTo>
                    <a:pt x="360972" y="30032"/>
                  </a:lnTo>
                  <a:lnTo>
                    <a:pt x="368802" y="23753"/>
                  </a:lnTo>
                  <a:lnTo>
                    <a:pt x="60248" y="23753"/>
                  </a:lnTo>
                  <a:lnTo>
                    <a:pt x="9425" y="22191"/>
                  </a:lnTo>
                  <a:close/>
                </a:path>
                <a:path w="377825" h="43179">
                  <a:moveTo>
                    <a:pt x="377294" y="0"/>
                  </a:moveTo>
                  <a:lnTo>
                    <a:pt x="376174" y="0"/>
                  </a:lnTo>
                  <a:lnTo>
                    <a:pt x="323628" y="7938"/>
                  </a:lnTo>
                  <a:lnTo>
                    <a:pt x="270917" y="14283"/>
                  </a:lnTo>
                  <a:lnTo>
                    <a:pt x="218078" y="19034"/>
                  </a:lnTo>
                  <a:lnTo>
                    <a:pt x="165150" y="22191"/>
                  </a:lnTo>
                  <a:lnTo>
                    <a:pt x="112172" y="23753"/>
                  </a:lnTo>
                  <a:lnTo>
                    <a:pt x="368802" y="23753"/>
                  </a:lnTo>
                  <a:lnTo>
                    <a:pt x="370430" y="22447"/>
                  </a:lnTo>
                  <a:lnTo>
                    <a:pt x="376383" y="11994"/>
                  </a:lnTo>
                  <a:lnTo>
                    <a:pt x="377294" y="0"/>
                  </a:lnTo>
                  <a:close/>
                </a:path>
              </a:pathLst>
            </a:custGeom>
            <a:solidFill>
              <a:srgbClr val="727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169740" y="4107038"/>
              <a:ext cx="193095" cy="13428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9222479" y="3926682"/>
              <a:ext cx="40640" cy="25400"/>
            </a:xfrm>
            <a:custGeom>
              <a:avLst/>
              <a:gdLst/>
              <a:ahLst/>
              <a:cxnLst/>
              <a:rect l="l" t="t" r="r" b="b"/>
              <a:pathLst>
                <a:path w="40640" h="25400">
                  <a:moveTo>
                    <a:pt x="13685" y="0"/>
                  </a:moveTo>
                  <a:lnTo>
                    <a:pt x="6957" y="2371"/>
                  </a:lnTo>
                  <a:lnTo>
                    <a:pt x="2163" y="6971"/>
                  </a:lnTo>
                  <a:lnTo>
                    <a:pt x="0" y="13376"/>
                  </a:lnTo>
                  <a:lnTo>
                    <a:pt x="1265" y="17237"/>
                  </a:lnTo>
                  <a:lnTo>
                    <a:pt x="5680" y="16591"/>
                  </a:lnTo>
                  <a:lnTo>
                    <a:pt x="12336" y="14588"/>
                  </a:lnTo>
                  <a:lnTo>
                    <a:pt x="20322" y="14381"/>
                  </a:lnTo>
                  <a:lnTo>
                    <a:pt x="28030" y="17861"/>
                  </a:lnTo>
                  <a:lnTo>
                    <a:pt x="34192" y="22538"/>
                  </a:lnTo>
                  <a:lnTo>
                    <a:pt x="38421" y="24988"/>
                  </a:lnTo>
                  <a:lnTo>
                    <a:pt x="40327" y="21786"/>
                  </a:lnTo>
                  <a:lnTo>
                    <a:pt x="39321" y="14721"/>
                  </a:lnTo>
                  <a:lnTo>
                    <a:pt x="35472" y="8320"/>
                  </a:lnTo>
                  <a:lnTo>
                    <a:pt x="29381" y="3275"/>
                  </a:lnTo>
                  <a:lnTo>
                    <a:pt x="21650" y="276"/>
                  </a:lnTo>
                  <a:lnTo>
                    <a:pt x="13685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8660761" y="4333093"/>
            <a:ext cx="1087755" cy="248285"/>
            <a:chOff x="8660761" y="4333093"/>
            <a:chExt cx="1087755" cy="248285"/>
          </a:xfrm>
        </p:grpSpPr>
        <p:pic>
          <p:nvPicPr>
            <p:cNvPr id="54" name="object 5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97241" y="4524184"/>
              <a:ext cx="350953" cy="5696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60761" y="4333093"/>
              <a:ext cx="1087441" cy="157791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75247" y="2987380"/>
            <a:ext cx="1058467" cy="150491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076762" y="2526051"/>
            <a:ext cx="365918" cy="354041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569419" y="300006"/>
            <a:ext cx="15811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1. Nuestra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empresa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4</a:t>
            </a:fld>
            <a:endParaRPr spc="-5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1679" y="1037415"/>
            <a:ext cx="4675505" cy="1393190"/>
            <a:chOff x="601679" y="1037415"/>
            <a:chExt cx="4675505" cy="1393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349" y="1037415"/>
              <a:ext cx="3230618" cy="4471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679" y="1511102"/>
              <a:ext cx="4675251" cy="919077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613" y="2241229"/>
            <a:ext cx="4596386" cy="53187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2381" y="3405020"/>
            <a:ext cx="387252" cy="387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73026" y="3407807"/>
            <a:ext cx="387252" cy="387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74807" y="4636407"/>
            <a:ext cx="387252" cy="3872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2381" y="5693054"/>
            <a:ext cx="387252" cy="38725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2381" y="4640979"/>
            <a:ext cx="387252" cy="38725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14" name="object 14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9419" y="300006"/>
            <a:ext cx="15811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1. Nuestra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empresa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5</a:t>
            </a:fld>
            <a:endParaRPr spc="-50" dirty="0">
              <a:solidFill>
                <a:srgbClr val="666666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05236" y="3270086"/>
            <a:ext cx="1635125" cy="588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9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 de 20 años de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expe-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riencia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trayectoria</a:t>
            </a:r>
            <a:r>
              <a:rPr sz="1100" spc="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el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mercado</a:t>
            </a:r>
            <a:r>
              <a:rPr sz="1100" spc="-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uruguayo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05251" y="4506048"/>
            <a:ext cx="1634489" cy="588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9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</a:t>
            </a:r>
            <a:r>
              <a:rPr sz="1100" spc="1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1.000</a:t>
            </a:r>
            <a:r>
              <a:rPr sz="1100" spc="1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clientes</a:t>
            </a:r>
            <a:r>
              <a:rPr sz="1100" spc="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en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Argentina,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Brasil,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Chile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y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05266" y="5773217"/>
            <a:ext cx="1577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Premio</a:t>
            </a:r>
            <a:r>
              <a:rPr sz="1100" spc="-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60" dirty="0">
                <a:solidFill>
                  <a:srgbClr val="666666"/>
                </a:solidFill>
                <a:latin typeface="Microsoft Sans Serif"/>
                <a:cs typeface="Microsoft Sans Serif"/>
              </a:rPr>
              <a:t>PYME</a:t>
            </a:r>
            <a:r>
              <a:rPr sz="1100" spc="-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innovadora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60543" y="3471529"/>
            <a:ext cx="13512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Empresa</a:t>
            </a:r>
            <a:r>
              <a:rPr sz="1100" spc="-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ENDEAVOR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60500" y="4506048"/>
            <a:ext cx="1634489" cy="588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9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Mayor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desarrollador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energías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la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región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8790" y="4621838"/>
            <a:ext cx="1514419" cy="2184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753410" y="2948043"/>
            <a:ext cx="1185545" cy="1188720"/>
            <a:chOff x="4753410" y="2948043"/>
            <a:chExt cx="1185545" cy="1188720"/>
          </a:xfrm>
        </p:grpSpPr>
        <p:sp>
          <p:nvSpPr>
            <p:cNvPr id="5" name="object 5"/>
            <p:cNvSpPr/>
            <p:nvPr/>
          </p:nvSpPr>
          <p:spPr>
            <a:xfrm>
              <a:off x="4753410" y="2948043"/>
              <a:ext cx="1185545" cy="1114425"/>
            </a:xfrm>
            <a:custGeom>
              <a:avLst/>
              <a:gdLst/>
              <a:ahLst/>
              <a:cxnLst/>
              <a:rect l="l" t="t" r="r" b="b"/>
              <a:pathLst>
                <a:path w="1185545" h="1114425">
                  <a:moveTo>
                    <a:pt x="0" y="1113847"/>
                  </a:moveTo>
                  <a:lnTo>
                    <a:pt x="1185177" y="1113847"/>
                  </a:lnTo>
                  <a:lnTo>
                    <a:pt x="1185177" y="0"/>
                  </a:lnTo>
                  <a:lnTo>
                    <a:pt x="0" y="0"/>
                  </a:lnTo>
                  <a:lnTo>
                    <a:pt x="0" y="1113847"/>
                  </a:lnTo>
                  <a:close/>
                </a:path>
              </a:pathLst>
            </a:custGeom>
            <a:solidFill>
              <a:srgbClr val="DE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3410" y="4061890"/>
              <a:ext cx="1185545" cy="74930"/>
            </a:xfrm>
            <a:custGeom>
              <a:avLst/>
              <a:gdLst/>
              <a:ahLst/>
              <a:cxnLst/>
              <a:rect l="l" t="t" r="r" b="b"/>
              <a:pathLst>
                <a:path w="1185545" h="74929">
                  <a:moveTo>
                    <a:pt x="1185177" y="0"/>
                  </a:moveTo>
                  <a:lnTo>
                    <a:pt x="0" y="0"/>
                  </a:lnTo>
                  <a:lnTo>
                    <a:pt x="0" y="74609"/>
                  </a:lnTo>
                  <a:lnTo>
                    <a:pt x="1185177" y="74609"/>
                  </a:lnTo>
                  <a:lnTo>
                    <a:pt x="118517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53410" y="2948043"/>
              <a:ext cx="269240" cy="449580"/>
            </a:xfrm>
            <a:custGeom>
              <a:avLst/>
              <a:gdLst/>
              <a:ahLst/>
              <a:cxnLst/>
              <a:rect l="l" t="t" r="r" b="b"/>
              <a:pathLst>
                <a:path w="269239" h="449579">
                  <a:moveTo>
                    <a:pt x="135421" y="0"/>
                  </a:moveTo>
                  <a:lnTo>
                    <a:pt x="14314" y="0"/>
                  </a:lnTo>
                  <a:lnTo>
                    <a:pt x="8586" y="3963"/>
                  </a:lnTo>
                  <a:lnTo>
                    <a:pt x="3302" y="19818"/>
                  </a:lnTo>
                  <a:lnTo>
                    <a:pt x="1981" y="27965"/>
                  </a:lnTo>
                  <a:lnTo>
                    <a:pt x="1981" y="36334"/>
                  </a:lnTo>
                  <a:lnTo>
                    <a:pt x="14753" y="71344"/>
                  </a:lnTo>
                  <a:lnTo>
                    <a:pt x="89179" y="71344"/>
                  </a:lnTo>
                  <a:lnTo>
                    <a:pt x="94133" y="72666"/>
                  </a:lnTo>
                  <a:lnTo>
                    <a:pt x="98097" y="77951"/>
                  </a:lnTo>
                  <a:lnTo>
                    <a:pt x="99090" y="82576"/>
                  </a:lnTo>
                  <a:lnTo>
                    <a:pt x="99090" y="89183"/>
                  </a:lnTo>
                  <a:lnTo>
                    <a:pt x="99090" y="367290"/>
                  </a:lnTo>
                  <a:lnTo>
                    <a:pt x="98209" y="371697"/>
                  </a:lnTo>
                  <a:lnTo>
                    <a:pt x="94683" y="376099"/>
                  </a:lnTo>
                  <a:lnTo>
                    <a:pt x="89618" y="377201"/>
                  </a:lnTo>
                  <a:lnTo>
                    <a:pt x="12330" y="377201"/>
                  </a:lnTo>
                  <a:lnTo>
                    <a:pt x="6606" y="381165"/>
                  </a:lnTo>
                  <a:lnTo>
                    <a:pt x="0" y="414195"/>
                  </a:lnTo>
                  <a:lnTo>
                    <a:pt x="247" y="421460"/>
                  </a:lnTo>
                  <a:lnTo>
                    <a:pt x="12330" y="449205"/>
                  </a:lnTo>
                  <a:lnTo>
                    <a:pt x="257191" y="449205"/>
                  </a:lnTo>
                  <a:lnTo>
                    <a:pt x="268862" y="413532"/>
                  </a:lnTo>
                  <a:lnTo>
                    <a:pt x="268635" y="406493"/>
                  </a:lnTo>
                  <a:lnTo>
                    <a:pt x="257191" y="377201"/>
                  </a:lnTo>
                  <a:lnTo>
                    <a:pt x="194433" y="377201"/>
                  </a:lnTo>
                  <a:lnTo>
                    <a:pt x="189370" y="376099"/>
                  </a:lnTo>
                  <a:lnTo>
                    <a:pt x="185846" y="371697"/>
                  </a:lnTo>
                  <a:lnTo>
                    <a:pt x="184965" y="367290"/>
                  </a:lnTo>
                  <a:lnTo>
                    <a:pt x="184965" y="40957"/>
                  </a:lnTo>
                  <a:lnTo>
                    <a:pt x="184180" y="32431"/>
                  </a:lnTo>
                  <a:lnTo>
                    <a:pt x="156891" y="2891"/>
                  </a:lnTo>
                  <a:lnTo>
                    <a:pt x="146899" y="722"/>
                  </a:lnTo>
                  <a:lnTo>
                    <a:pt x="135421" y="0"/>
                  </a:lnTo>
                  <a:close/>
                </a:path>
              </a:pathLst>
            </a:custGeom>
            <a:solidFill>
              <a:srgbClr val="F0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00008" y="2948043"/>
              <a:ext cx="292100" cy="455930"/>
            </a:xfrm>
            <a:custGeom>
              <a:avLst/>
              <a:gdLst/>
              <a:ahLst/>
              <a:cxnLst/>
              <a:rect l="l" t="t" r="r" b="b"/>
              <a:pathLst>
                <a:path w="292100" h="455929">
                  <a:moveTo>
                    <a:pt x="141368" y="0"/>
                  </a:moveTo>
                  <a:lnTo>
                    <a:pt x="89903" y="1674"/>
                  </a:lnTo>
                  <a:lnTo>
                    <a:pt x="44283" y="9104"/>
                  </a:lnTo>
                  <a:lnTo>
                    <a:pt x="12993" y="33801"/>
                  </a:lnTo>
                  <a:lnTo>
                    <a:pt x="11233" y="41400"/>
                  </a:lnTo>
                  <a:lnTo>
                    <a:pt x="11233" y="59015"/>
                  </a:lnTo>
                  <a:lnTo>
                    <a:pt x="13105" y="65952"/>
                  </a:lnTo>
                  <a:lnTo>
                    <a:pt x="20589" y="76079"/>
                  </a:lnTo>
                  <a:lnTo>
                    <a:pt x="27086" y="78612"/>
                  </a:lnTo>
                  <a:lnTo>
                    <a:pt x="49436" y="78390"/>
                  </a:lnTo>
                  <a:lnTo>
                    <a:pt x="108226" y="74207"/>
                  </a:lnTo>
                  <a:lnTo>
                    <a:pt x="118908" y="73987"/>
                  </a:lnTo>
                  <a:lnTo>
                    <a:pt x="167585" y="80118"/>
                  </a:lnTo>
                  <a:lnTo>
                    <a:pt x="193801" y="109597"/>
                  </a:lnTo>
                  <a:lnTo>
                    <a:pt x="194875" y="121550"/>
                  </a:lnTo>
                  <a:lnTo>
                    <a:pt x="194875" y="129038"/>
                  </a:lnTo>
                  <a:lnTo>
                    <a:pt x="177266" y="167276"/>
                  </a:lnTo>
                  <a:lnTo>
                    <a:pt x="141616" y="199418"/>
                  </a:lnTo>
                  <a:lnTo>
                    <a:pt x="119570" y="216014"/>
                  </a:lnTo>
                  <a:lnTo>
                    <a:pt x="82577" y="245080"/>
                  </a:lnTo>
                  <a:lnTo>
                    <a:pt x="51981" y="273631"/>
                  </a:lnTo>
                  <a:lnTo>
                    <a:pt x="23349" y="311491"/>
                  </a:lnTo>
                  <a:lnTo>
                    <a:pt x="6772" y="350900"/>
                  </a:lnTo>
                  <a:lnTo>
                    <a:pt x="268" y="394912"/>
                  </a:lnTo>
                  <a:lnTo>
                    <a:pt x="0" y="406925"/>
                  </a:lnTo>
                  <a:lnTo>
                    <a:pt x="516" y="417846"/>
                  </a:lnTo>
                  <a:lnTo>
                    <a:pt x="19241" y="452589"/>
                  </a:lnTo>
                  <a:lnTo>
                    <a:pt x="35673" y="455810"/>
                  </a:lnTo>
                  <a:lnTo>
                    <a:pt x="278993" y="455810"/>
                  </a:lnTo>
                  <a:lnTo>
                    <a:pt x="291981" y="418158"/>
                  </a:lnTo>
                  <a:lnTo>
                    <a:pt x="291569" y="410602"/>
                  </a:lnTo>
                  <a:lnTo>
                    <a:pt x="261598" y="382485"/>
                  </a:lnTo>
                  <a:lnTo>
                    <a:pt x="102834" y="382485"/>
                  </a:lnTo>
                  <a:lnTo>
                    <a:pt x="98539" y="381822"/>
                  </a:lnTo>
                  <a:lnTo>
                    <a:pt x="93698" y="379181"/>
                  </a:lnTo>
                  <a:lnTo>
                    <a:pt x="92483" y="376538"/>
                  </a:lnTo>
                  <a:lnTo>
                    <a:pt x="92752" y="366011"/>
                  </a:lnTo>
                  <a:lnTo>
                    <a:pt x="106934" y="327428"/>
                  </a:lnTo>
                  <a:lnTo>
                    <a:pt x="133151" y="299105"/>
                  </a:lnTo>
                  <a:lnTo>
                    <a:pt x="177350" y="264569"/>
                  </a:lnTo>
                  <a:lnTo>
                    <a:pt x="203691" y="245864"/>
                  </a:lnTo>
                  <a:lnTo>
                    <a:pt x="214942" y="237648"/>
                  </a:lnTo>
                  <a:lnTo>
                    <a:pt x="251439" y="206519"/>
                  </a:lnTo>
                  <a:lnTo>
                    <a:pt x="275221" y="173737"/>
                  </a:lnTo>
                  <a:lnTo>
                    <a:pt x="286616" y="135010"/>
                  </a:lnTo>
                  <a:lnTo>
                    <a:pt x="288018" y="110981"/>
                  </a:lnTo>
                  <a:lnTo>
                    <a:pt x="287399" y="95478"/>
                  </a:lnTo>
                  <a:lnTo>
                    <a:pt x="278110" y="57143"/>
                  </a:lnTo>
                  <a:lnTo>
                    <a:pt x="249375" y="23122"/>
                  </a:lnTo>
                  <a:lnTo>
                    <a:pt x="203465" y="5285"/>
                  </a:lnTo>
                  <a:lnTo>
                    <a:pt x="158379" y="330"/>
                  </a:lnTo>
                  <a:lnTo>
                    <a:pt x="141368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53407" y="2948045"/>
              <a:ext cx="1185545" cy="1113155"/>
            </a:xfrm>
            <a:custGeom>
              <a:avLst/>
              <a:gdLst/>
              <a:ahLst/>
              <a:cxnLst/>
              <a:rect l="l" t="t" r="r" b="b"/>
              <a:pathLst>
                <a:path w="1185545" h="1113154">
                  <a:moveTo>
                    <a:pt x="340868" y="965098"/>
                  </a:moveTo>
                  <a:lnTo>
                    <a:pt x="339763" y="957275"/>
                  </a:lnTo>
                  <a:lnTo>
                    <a:pt x="335356" y="942746"/>
                  </a:lnTo>
                  <a:lnTo>
                    <a:pt x="330517" y="939114"/>
                  </a:lnTo>
                  <a:lnTo>
                    <a:pt x="288899" y="939114"/>
                  </a:lnTo>
                  <a:lnTo>
                    <a:pt x="283832" y="938009"/>
                  </a:lnTo>
                  <a:lnTo>
                    <a:pt x="280314" y="933615"/>
                  </a:lnTo>
                  <a:lnTo>
                    <a:pt x="279425" y="929208"/>
                  </a:lnTo>
                  <a:lnTo>
                    <a:pt x="279425" y="795769"/>
                  </a:lnTo>
                  <a:lnTo>
                    <a:pt x="275361" y="788936"/>
                  </a:lnTo>
                  <a:lnTo>
                    <a:pt x="239128" y="781227"/>
                  </a:lnTo>
                  <a:lnTo>
                    <a:pt x="230276" y="781812"/>
                  </a:lnTo>
                  <a:lnTo>
                    <a:pt x="196964" y="812533"/>
                  </a:lnTo>
                  <a:lnTo>
                    <a:pt x="196189" y="823506"/>
                  </a:lnTo>
                  <a:lnTo>
                    <a:pt x="196189" y="928763"/>
                  </a:lnTo>
                  <a:lnTo>
                    <a:pt x="195199" y="933615"/>
                  </a:lnTo>
                  <a:lnTo>
                    <a:pt x="191236" y="938009"/>
                  </a:lnTo>
                  <a:lnTo>
                    <a:pt x="186283" y="939114"/>
                  </a:lnTo>
                  <a:lnTo>
                    <a:pt x="94462" y="939114"/>
                  </a:lnTo>
                  <a:lnTo>
                    <a:pt x="90170" y="938453"/>
                  </a:lnTo>
                  <a:lnTo>
                    <a:pt x="86207" y="935812"/>
                  </a:lnTo>
                  <a:lnTo>
                    <a:pt x="85217" y="932726"/>
                  </a:lnTo>
                  <a:lnTo>
                    <a:pt x="85217" y="927887"/>
                  </a:lnTo>
                  <a:lnTo>
                    <a:pt x="100444" y="887882"/>
                  </a:lnTo>
                  <a:lnTo>
                    <a:pt x="127698" y="833831"/>
                  </a:lnTo>
                  <a:lnTo>
                    <a:pt x="146812" y="797420"/>
                  </a:lnTo>
                  <a:lnTo>
                    <a:pt x="196189" y="705269"/>
                  </a:lnTo>
                  <a:lnTo>
                    <a:pt x="201041" y="695579"/>
                  </a:lnTo>
                  <a:lnTo>
                    <a:pt x="203454" y="688530"/>
                  </a:lnTo>
                  <a:lnTo>
                    <a:pt x="203454" y="679716"/>
                  </a:lnTo>
                  <a:lnTo>
                    <a:pt x="162280" y="657593"/>
                  </a:lnTo>
                  <a:lnTo>
                    <a:pt x="156337" y="657034"/>
                  </a:lnTo>
                  <a:lnTo>
                    <a:pt x="150609" y="657034"/>
                  </a:lnTo>
                  <a:lnTo>
                    <a:pt x="118579" y="678599"/>
                  </a:lnTo>
                  <a:lnTo>
                    <a:pt x="73406" y="766533"/>
                  </a:lnTo>
                  <a:lnTo>
                    <a:pt x="42608" y="828789"/>
                  </a:lnTo>
                  <a:lnTo>
                    <a:pt x="19405" y="878840"/>
                  </a:lnTo>
                  <a:lnTo>
                    <a:pt x="4622" y="916647"/>
                  </a:lnTo>
                  <a:lnTo>
                    <a:pt x="0" y="960907"/>
                  </a:lnTo>
                  <a:lnTo>
                    <a:pt x="698" y="973645"/>
                  </a:lnTo>
                  <a:lnTo>
                    <a:pt x="24930" y="1005586"/>
                  </a:lnTo>
                  <a:lnTo>
                    <a:pt x="43599" y="1008468"/>
                  </a:lnTo>
                  <a:lnTo>
                    <a:pt x="185623" y="1008468"/>
                  </a:lnTo>
                  <a:lnTo>
                    <a:pt x="190474" y="1009573"/>
                  </a:lnTo>
                  <a:lnTo>
                    <a:pt x="193992" y="1013980"/>
                  </a:lnTo>
                  <a:lnTo>
                    <a:pt x="194868" y="1018603"/>
                  </a:lnTo>
                  <a:lnTo>
                    <a:pt x="194868" y="1080033"/>
                  </a:lnTo>
                  <a:lnTo>
                    <a:pt x="195859" y="1087094"/>
                  </a:lnTo>
                  <a:lnTo>
                    <a:pt x="230543" y="1111529"/>
                  </a:lnTo>
                  <a:lnTo>
                    <a:pt x="241998" y="1111529"/>
                  </a:lnTo>
                  <a:lnTo>
                    <a:pt x="278104" y="1097216"/>
                  </a:lnTo>
                  <a:lnTo>
                    <a:pt x="279425" y="1093038"/>
                  </a:lnTo>
                  <a:lnTo>
                    <a:pt x="279425" y="1087742"/>
                  </a:lnTo>
                  <a:lnTo>
                    <a:pt x="279425" y="1018171"/>
                  </a:lnTo>
                  <a:lnTo>
                    <a:pt x="280644" y="1013434"/>
                  </a:lnTo>
                  <a:lnTo>
                    <a:pt x="285483" y="1009472"/>
                  </a:lnTo>
                  <a:lnTo>
                    <a:pt x="290220" y="1008468"/>
                  </a:lnTo>
                  <a:lnTo>
                    <a:pt x="329628" y="1008468"/>
                  </a:lnTo>
                  <a:lnTo>
                    <a:pt x="334149" y="1005827"/>
                  </a:lnTo>
                  <a:lnTo>
                    <a:pt x="338988" y="995260"/>
                  </a:lnTo>
                  <a:lnTo>
                    <a:pt x="340423" y="988885"/>
                  </a:lnTo>
                  <a:lnTo>
                    <a:pt x="340868" y="981392"/>
                  </a:lnTo>
                  <a:lnTo>
                    <a:pt x="340868" y="965098"/>
                  </a:lnTo>
                  <a:close/>
                </a:path>
                <a:path w="1185545" h="1113154">
                  <a:moveTo>
                    <a:pt x="1185176" y="962228"/>
                  </a:moveTo>
                  <a:lnTo>
                    <a:pt x="1181087" y="921791"/>
                  </a:lnTo>
                  <a:lnTo>
                    <a:pt x="1159954" y="878446"/>
                  </a:lnTo>
                  <a:lnTo>
                    <a:pt x="1127213" y="855141"/>
                  </a:lnTo>
                  <a:lnTo>
                    <a:pt x="1077252" y="840422"/>
                  </a:lnTo>
                  <a:lnTo>
                    <a:pt x="1032332" y="835964"/>
                  </a:lnTo>
                  <a:lnTo>
                    <a:pt x="1005268" y="835406"/>
                  </a:lnTo>
                  <a:lnTo>
                    <a:pt x="1004392" y="834961"/>
                  </a:lnTo>
                  <a:lnTo>
                    <a:pt x="1002626" y="833196"/>
                  </a:lnTo>
                  <a:lnTo>
                    <a:pt x="1002195" y="831875"/>
                  </a:lnTo>
                  <a:lnTo>
                    <a:pt x="1002195" y="830122"/>
                  </a:lnTo>
                  <a:lnTo>
                    <a:pt x="1002195" y="824395"/>
                  </a:lnTo>
                  <a:lnTo>
                    <a:pt x="1003287" y="801712"/>
                  </a:lnTo>
                  <a:lnTo>
                    <a:pt x="1004062" y="776274"/>
                  </a:lnTo>
                  <a:lnTo>
                    <a:pt x="1005268" y="751611"/>
                  </a:lnTo>
                  <a:lnTo>
                    <a:pt x="1017168" y="729043"/>
                  </a:lnTo>
                  <a:lnTo>
                    <a:pt x="1166685" y="729043"/>
                  </a:lnTo>
                  <a:lnTo>
                    <a:pt x="1172730" y="725195"/>
                  </a:lnTo>
                  <a:lnTo>
                    <a:pt x="1178458" y="709777"/>
                  </a:lnTo>
                  <a:lnTo>
                    <a:pt x="1179893" y="701954"/>
                  </a:lnTo>
                  <a:lnTo>
                    <a:pt x="1179893" y="694029"/>
                  </a:lnTo>
                  <a:lnTo>
                    <a:pt x="1166241" y="657034"/>
                  </a:lnTo>
                  <a:lnTo>
                    <a:pt x="962558" y="657034"/>
                  </a:lnTo>
                  <a:lnTo>
                    <a:pt x="928458" y="682472"/>
                  </a:lnTo>
                  <a:lnTo>
                    <a:pt x="923772" y="735812"/>
                  </a:lnTo>
                  <a:lnTo>
                    <a:pt x="921283" y="805370"/>
                  </a:lnTo>
                  <a:lnTo>
                    <a:pt x="920280" y="879881"/>
                  </a:lnTo>
                  <a:lnTo>
                    <a:pt x="921931" y="886599"/>
                  </a:lnTo>
                  <a:lnTo>
                    <a:pt x="928535" y="898486"/>
                  </a:lnTo>
                  <a:lnTo>
                    <a:pt x="935253" y="901458"/>
                  </a:lnTo>
                  <a:lnTo>
                    <a:pt x="978408" y="901458"/>
                  </a:lnTo>
                  <a:lnTo>
                    <a:pt x="994575" y="901674"/>
                  </a:lnTo>
                  <a:lnTo>
                    <a:pt x="1034884" y="904760"/>
                  </a:lnTo>
                  <a:lnTo>
                    <a:pt x="1071549" y="916000"/>
                  </a:lnTo>
                  <a:lnTo>
                    <a:pt x="1095832" y="950506"/>
                  </a:lnTo>
                  <a:lnTo>
                    <a:pt x="1097318" y="967524"/>
                  </a:lnTo>
                  <a:lnTo>
                    <a:pt x="1096924" y="978522"/>
                  </a:lnTo>
                  <a:lnTo>
                    <a:pt x="1083195" y="1017638"/>
                  </a:lnTo>
                  <a:lnTo>
                    <a:pt x="1050048" y="1037361"/>
                  </a:lnTo>
                  <a:lnTo>
                    <a:pt x="1010081" y="1041984"/>
                  </a:lnTo>
                  <a:lnTo>
                    <a:pt x="998232" y="1042162"/>
                  </a:lnTo>
                  <a:lnTo>
                    <a:pt x="988568" y="1042022"/>
                  </a:lnTo>
                  <a:lnTo>
                    <a:pt x="978738" y="1041590"/>
                  </a:lnTo>
                  <a:lnTo>
                    <a:pt x="968743" y="1040866"/>
                  </a:lnTo>
                  <a:lnTo>
                    <a:pt x="948690" y="1038847"/>
                  </a:lnTo>
                  <a:lnTo>
                    <a:pt x="930846" y="1037691"/>
                  </a:lnTo>
                  <a:lnTo>
                    <a:pt x="916317" y="1037539"/>
                  </a:lnTo>
                  <a:lnTo>
                    <a:pt x="911580" y="1040409"/>
                  </a:lnTo>
                  <a:lnTo>
                    <a:pt x="905852" y="1051852"/>
                  </a:lnTo>
                  <a:lnTo>
                    <a:pt x="904417" y="1059116"/>
                  </a:lnTo>
                  <a:lnTo>
                    <a:pt x="904417" y="1067930"/>
                  </a:lnTo>
                  <a:lnTo>
                    <a:pt x="930516" y="1104925"/>
                  </a:lnTo>
                  <a:lnTo>
                    <a:pt x="981367" y="1112354"/>
                  </a:lnTo>
                  <a:lnTo>
                    <a:pt x="1003515" y="1112850"/>
                  </a:lnTo>
                  <a:lnTo>
                    <a:pt x="1024140" y="1112456"/>
                  </a:lnTo>
                  <a:lnTo>
                    <a:pt x="1062278" y="1109319"/>
                  </a:lnTo>
                  <a:lnTo>
                    <a:pt x="1111110" y="1097661"/>
                  </a:lnTo>
                  <a:lnTo>
                    <a:pt x="1147851" y="1074242"/>
                  </a:lnTo>
                  <a:lnTo>
                    <a:pt x="1172629" y="1037209"/>
                  </a:lnTo>
                  <a:lnTo>
                    <a:pt x="1184389" y="984008"/>
                  </a:lnTo>
                  <a:lnTo>
                    <a:pt x="1185176" y="962228"/>
                  </a:lnTo>
                  <a:close/>
                </a:path>
                <a:path w="1185545" h="1113154">
                  <a:moveTo>
                    <a:pt x="1185240" y="323697"/>
                  </a:moveTo>
                  <a:lnTo>
                    <a:pt x="1179626" y="283070"/>
                  </a:lnTo>
                  <a:lnTo>
                    <a:pt x="1158405" y="249148"/>
                  </a:lnTo>
                  <a:lnTo>
                    <a:pt x="1124381" y="229069"/>
                  </a:lnTo>
                  <a:lnTo>
                    <a:pt x="1105319" y="222402"/>
                  </a:lnTo>
                  <a:lnTo>
                    <a:pt x="1103998" y="220649"/>
                  </a:lnTo>
                  <a:lnTo>
                    <a:pt x="1103998" y="215798"/>
                  </a:lnTo>
                  <a:lnTo>
                    <a:pt x="1105090" y="214033"/>
                  </a:lnTo>
                  <a:lnTo>
                    <a:pt x="1107287" y="212712"/>
                  </a:lnTo>
                  <a:lnTo>
                    <a:pt x="1115060" y="209994"/>
                  </a:lnTo>
                  <a:lnTo>
                    <a:pt x="1122489" y="207098"/>
                  </a:lnTo>
                  <a:lnTo>
                    <a:pt x="1159154" y="182981"/>
                  </a:lnTo>
                  <a:lnTo>
                    <a:pt x="1175854" y="145897"/>
                  </a:lnTo>
                  <a:lnTo>
                    <a:pt x="1178636" y="111645"/>
                  </a:lnTo>
                  <a:lnTo>
                    <a:pt x="1177937" y="95834"/>
                  </a:lnTo>
                  <a:lnTo>
                    <a:pt x="1167409" y="56819"/>
                  </a:lnTo>
                  <a:lnTo>
                    <a:pt x="1135367" y="22466"/>
                  </a:lnTo>
                  <a:lnTo>
                    <a:pt x="1099324" y="7912"/>
                  </a:lnTo>
                  <a:lnTo>
                    <a:pt x="1054036" y="1244"/>
                  </a:lnTo>
                  <a:lnTo>
                    <a:pt x="1019441" y="0"/>
                  </a:lnTo>
                  <a:lnTo>
                    <a:pt x="991755" y="584"/>
                  </a:lnTo>
                  <a:lnTo>
                    <a:pt x="948651" y="5207"/>
                  </a:lnTo>
                  <a:lnTo>
                    <a:pt x="913168" y="23291"/>
                  </a:lnTo>
                  <a:lnTo>
                    <a:pt x="906475" y="46913"/>
                  </a:lnTo>
                  <a:lnTo>
                    <a:pt x="906475" y="54394"/>
                  </a:lnTo>
                  <a:lnTo>
                    <a:pt x="949985" y="74155"/>
                  </a:lnTo>
                  <a:lnTo>
                    <a:pt x="990117" y="71183"/>
                  </a:lnTo>
                  <a:lnTo>
                    <a:pt x="1008202" y="70688"/>
                  </a:lnTo>
                  <a:lnTo>
                    <a:pt x="1042593" y="73710"/>
                  </a:lnTo>
                  <a:lnTo>
                    <a:pt x="1067168" y="82740"/>
                  </a:lnTo>
                  <a:lnTo>
                    <a:pt x="1081900" y="97815"/>
                  </a:lnTo>
                  <a:lnTo>
                    <a:pt x="1086815" y="118910"/>
                  </a:lnTo>
                  <a:lnTo>
                    <a:pt x="1086446" y="129311"/>
                  </a:lnTo>
                  <a:lnTo>
                    <a:pt x="1073518" y="166966"/>
                  </a:lnTo>
                  <a:lnTo>
                    <a:pt x="1034630" y="186956"/>
                  </a:lnTo>
                  <a:lnTo>
                    <a:pt x="994994" y="189598"/>
                  </a:lnTo>
                  <a:lnTo>
                    <a:pt x="950518" y="189598"/>
                  </a:lnTo>
                  <a:lnTo>
                    <a:pt x="945121" y="192786"/>
                  </a:lnTo>
                  <a:lnTo>
                    <a:pt x="938517" y="205562"/>
                  </a:lnTo>
                  <a:lnTo>
                    <a:pt x="936866" y="213156"/>
                  </a:lnTo>
                  <a:lnTo>
                    <a:pt x="936866" y="221970"/>
                  </a:lnTo>
                  <a:lnTo>
                    <a:pt x="950518" y="256971"/>
                  </a:lnTo>
                  <a:lnTo>
                    <a:pt x="994994" y="256971"/>
                  </a:lnTo>
                  <a:lnTo>
                    <a:pt x="1018006" y="257759"/>
                  </a:lnTo>
                  <a:lnTo>
                    <a:pt x="1069975" y="269532"/>
                  </a:lnTo>
                  <a:lnTo>
                    <a:pt x="1094435" y="302107"/>
                  </a:lnTo>
                  <a:lnTo>
                    <a:pt x="1096060" y="319074"/>
                  </a:lnTo>
                  <a:lnTo>
                    <a:pt x="1095692" y="329501"/>
                  </a:lnTo>
                  <a:lnTo>
                    <a:pt x="1082598" y="367792"/>
                  </a:lnTo>
                  <a:lnTo>
                    <a:pt x="1040574" y="388759"/>
                  </a:lnTo>
                  <a:lnTo>
                    <a:pt x="995654" y="391731"/>
                  </a:lnTo>
                  <a:lnTo>
                    <a:pt x="986155" y="391553"/>
                  </a:lnTo>
                  <a:lnTo>
                    <a:pt x="976160" y="390994"/>
                  </a:lnTo>
                  <a:lnTo>
                    <a:pt x="965682" y="390067"/>
                  </a:lnTo>
                  <a:lnTo>
                    <a:pt x="934389" y="386537"/>
                  </a:lnTo>
                  <a:lnTo>
                    <a:pt x="925842" y="385978"/>
                  </a:lnTo>
                  <a:lnTo>
                    <a:pt x="909993" y="385787"/>
                  </a:lnTo>
                  <a:lnTo>
                    <a:pt x="904379" y="389420"/>
                  </a:lnTo>
                  <a:lnTo>
                    <a:pt x="898652" y="403961"/>
                  </a:lnTo>
                  <a:lnTo>
                    <a:pt x="897229" y="410895"/>
                  </a:lnTo>
                  <a:lnTo>
                    <a:pt x="897229" y="417499"/>
                  </a:lnTo>
                  <a:lnTo>
                    <a:pt x="920572" y="453047"/>
                  </a:lnTo>
                  <a:lnTo>
                    <a:pt x="960640" y="461098"/>
                  </a:lnTo>
                  <a:lnTo>
                    <a:pt x="1002258" y="462419"/>
                  </a:lnTo>
                  <a:lnTo>
                    <a:pt x="1019924" y="462064"/>
                  </a:lnTo>
                  <a:lnTo>
                    <a:pt x="1070965" y="456806"/>
                  </a:lnTo>
                  <a:lnTo>
                    <a:pt x="1116228" y="442988"/>
                  </a:lnTo>
                  <a:lnTo>
                    <a:pt x="1152296" y="417830"/>
                  </a:lnTo>
                  <a:lnTo>
                    <a:pt x="1176693" y="379183"/>
                  </a:lnTo>
                  <a:lnTo>
                    <a:pt x="1184300" y="344170"/>
                  </a:lnTo>
                  <a:lnTo>
                    <a:pt x="1185240" y="323697"/>
                  </a:lnTo>
                  <a:close/>
                </a:path>
              </a:pathLst>
            </a:custGeom>
            <a:solidFill>
              <a:srgbClr val="F0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3" name="object 3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8632" y="6478476"/>
            <a:ext cx="877826" cy="39319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3098" y="5908169"/>
            <a:ext cx="780286" cy="35356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66719" y="5931029"/>
            <a:ext cx="1219201" cy="30784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85554" y="5932551"/>
            <a:ext cx="1042341" cy="30479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20417" y="6508957"/>
            <a:ext cx="1511809" cy="33223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14914" y="5949317"/>
            <a:ext cx="1033271" cy="27127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3494" y="6493495"/>
            <a:ext cx="894937" cy="36315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48342" y="6494871"/>
            <a:ext cx="1366412" cy="36040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6205687" y="2372021"/>
            <a:ext cx="4486910" cy="5188585"/>
            <a:chOff x="6205687" y="2372021"/>
            <a:chExt cx="4486910" cy="5188585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05687" y="2372021"/>
              <a:ext cx="4486313" cy="518797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205175" y="7048846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202"/>
                  </a:lnTo>
                </a:path>
              </a:pathLst>
            </a:custGeom>
            <a:ln w="952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87675" y="7069025"/>
              <a:ext cx="151357" cy="15201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69419" y="300006"/>
            <a:ext cx="1464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2.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Consulting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4758" y="2413843"/>
            <a:ext cx="5130165" cy="2021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100"/>
              </a:lnSpc>
              <a:spcBef>
                <a:spcPts val="100"/>
              </a:spcBef>
            </a:pP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Gracias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a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experiencia</a:t>
            </a:r>
            <a:r>
              <a:rPr sz="1100" spc="-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generada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su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capital</a:t>
            </a:r>
            <a:r>
              <a:rPr sz="1100" spc="-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humano,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100" spc="-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Ingeniería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se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ha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conver-</a:t>
            </a:r>
            <a:r>
              <a:rPr sz="11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tido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un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referente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región,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producto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esto,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hemos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creado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un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sector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 consultorías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temas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relacionados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a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19100"/>
              </a:lnSpc>
            </a:pP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Este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sector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ha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trabajado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varios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proyectos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como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generación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capacidades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para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desarrollo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programas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Energética,</a:t>
            </a:r>
            <a:r>
              <a:rPr sz="11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así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como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también,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desarrollo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programas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Medición,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Reporte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Verificación,</a:t>
            </a:r>
            <a:r>
              <a:rPr sz="1100" spc="1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determinación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peajes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servicio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eléctrico,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regularización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conexiones</a:t>
            </a:r>
            <a:r>
              <a:rPr sz="11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eléctricas,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largo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plazo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100" spc="-1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costo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marginal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generación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generación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insumos</a:t>
            </a:r>
            <a:r>
              <a:rPr sz="1100" spc="-1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políticas</a:t>
            </a:r>
            <a:r>
              <a:rPr sz="11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energéticas,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entre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otros.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17839" y="1072086"/>
            <a:ext cx="2986444" cy="80884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00859" y="4916243"/>
            <a:ext cx="5092065" cy="478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0"/>
              </a:spcBef>
            </a:pPr>
            <a:r>
              <a:rPr sz="1450" b="1" spc="-20" dirty="0">
                <a:solidFill>
                  <a:srgbClr val="1F6DA5"/>
                </a:solidFill>
                <a:latin typeface="Tahoma"/>
                <a:cs typeface="Tahoma"/>
              </a:rPr>
              <a:t>Desde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dirty="0">
                <a:solidFill>
                  <a:srgbClr val="1F6DA5"/>
                </a:solidFill>
                <a:latin typeface="Tahoma"/>
                <a:cs typeface="Tahoma"/>
              </a:rPr>
              <a:t>el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25" dirty="0">
                <a:solidFill>
                  <a:srgbClr val="1F6DA5"/>
                </a:solidFill>
                <a:latin typeface="Tahoma"/>
                <a:cs typeface="Tahoma"/>
              </a:rPr>
              <a:t>2009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60" dirty="0">
                <a:solidFill>
                  <a:srgbClr val="1F6DA5"/>
                </a:solidFill>
                <a:latin typeface="Tahoma"/>
                <a:cs typeface="Tahoma"/>
              </a:rPr>
              <a:t>hemos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55" dirty="0">
                <a:solidFill>
                  <a:srgbClr val="1F6DA5"/>
                </a:solidFill>
                <a:latin typeface="Tahoma"/>
                <a:cs typeface="Tahoma"/>
              </a:rPr>
              <a:t>trabajado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65" dirty="0">
                <a:solidFill>
                  <a:srgbClr val="1F6DA5"/>
                </a:solidFill>
                <a:latin typeface="Tahoma"/>
                <a:cs typeface="Tahoma"/>
              </a:rPr>
              <a:t>con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55" dirty="0">
                <a:solidFill>
                  <a:srgbClr val="1F6DA5"/>
                </a:solidFill>
                <a:latin typeface="Tahoma"/>
                <a:cs typeface="Tahoma"/>
              </a:rPr>
              <a:t>diversas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50" dirty="0">
                <a:solidFill>
                  <a:srgbClr val="1F6DA5"/>
                </a:solidFill>
                <a:latin typeface="Tahoma"/>
                <a:cs typeface="Tahoma"/>
              </a:rPr>
              <a:t>instituciones en</a:t>
            </a:r>
            <a:r>
              <a:rPr sz="1450" b="1" spc="-60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40" dirty="0">
                <a:solidFill>
                  <a:srgbClr val="1F6DA5"/>
                </a:solidFill>
                <a:latin typeface="Tahoma"/>
                <a:cs typeface="Tahoma"/>
              </a:rPr>
              <a:t>América</a:t>
            </a:r>
            <a:r>
              <a:rPr sz="1450" b="1" spc="-5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40" dirty="0">
                <a:solidFill>
                  <a:srgbClr val="1F6DA5"/>
                </a:solidFill>
                <a:latin typeface="Tahoma"/>
                <a:cs typeface="Tahoma"/>
              </a:rPr>
              <a:t>Latina</a:t>
            </a:r>
            <a:r>
              <a:rPr sz="1450" b="1" spc="-5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dirty="0">
                <a:solidFill>
                  <a:srgbClr val="1F6DA5"/>
                </a:solidFill>
                <a:latin typeface="Tahoma"/>
                <a:cs typeface="Tahoma"/>
              </a:rPr>
              <a:t>y</a:t>
            </a:r>
            <a:r>
              <a:rPr sz="1450" b="1" spc="-60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dirty="0">
                <a:solidFill>
                  <a:srgbClr val="1F6DA5"/>
                </a:solidFill>
                <a:latin typeface="Tahoma"/>
                <a:cs typeface="Tahoma"/>
              </a:rPr>
              <a:t>el</a:t>
            </a:r>
            <a:r>
              <a:rPr sz="1450" b="1" spc="-5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1F6DA5"/>
                </a:solidFill>
                <a:latin typeface="Tahoma"/>
                <a:cs typeface="Tahoma"/>
              </a:rPr>
              <a:t>Caribe: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7</a:t>
            </a:fld>
            <a:endParaRPr spc="-5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171" y="2246858"/>
            <a:ext cx="457199" cy="460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171" y="3569689"/>
            <a:ext cx="457199" cy="4602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171" y="4895565"/>
            <a:ext cx="457199" cy="45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4171" y="6218397"/>
            <a:ext cx="457199" cy="4602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32313" y="2246858"/>
            <a:ext cx="460249" cy="4602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32313" y="3569689"/>
            <a:ext cx="460249" cy="46024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32313" y="4895565"/>
            <a:ext cx="460249" cy="457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32313" y="6218397"/>
            <a:ext cx="460249" cy="46024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73501" y="2246858"/>
            <a:ext cx="457199" cy="4602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73501" y="3572737"/>
            <a:ext cx="457199" cy="45719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73501" y="4895565"/>
            <a:ext cx="457199" cy="4572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473501" y="6218397"/>
            <a:ext cx="457199" cy="46024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67757" y="2811703"/>
            <a:ext cx="1410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07247" y="2811703"/>
            <a:ext cx="1403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Energías</a:t>
            </a:r>
            <a:r>
              <a:rPr sz="12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55876" y="2806523"/>
            <a:ext cx="2639060" cy="393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largo</a:t>
            </a:r>
            <a:r>
              <a:rPr sz="12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plazo</a:t>
            </a:r>
            <a:r>
              <a:rPr sz="12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costo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marginal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 generación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7749" y="4129595"/>
            <a:ext cx="219710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Desarrollo</a:t>
            </a:r>
            <a:r>
              <a:rPr sz="12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programas</a:t>
            </a:r>
            <a:r>
              <a:rPr sz="12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Medición,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Reporte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Verificación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12722" y="4134775"/>
            <a:ext cx="246761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100"/>
              </a:spcBef>
            </a:pP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</a:t>
            </a:r>
            <a:r>
              <a:rPr sz="12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2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sectores</a:t>
            </a:r>
            <a:r>
              <a:rPr sz="12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vulnerables (regularizaciones,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uso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energía)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46737" y="6813154"/>
            <a:ext cx="1543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Encuestas</a:t>
            </a:r>
            <a:r>
              <a:rPr sz="12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3230" y="5490791"/>
            <a:ext cx="1744345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precio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SPOT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(SimSEE)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16228" y="5505710"/>
            <a:ext cx="1932939" cy="4102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peajes</a:t>
            </a:r>
            <a:r>
              <a:rPr sz="12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red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46737" y="5515062"/>
            <a:ext cx="1303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Movilidad</a:t>
            </a:r>
            <a:r>
              <a:rPr sz="12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7757" y="6813154"/>
            <a:ext cx="2381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mercado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desregulado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07247" y="6813154"/>
            <a:ext cx="2259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Hidrógeno</a:t>
            </a:r>
            <a:r>
              <a:rPr sz="12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verde</a:t>
            </a:r>
            <a:r>
              <a:rPr sz="12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2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sus</a:t>
            </a:r>
            <a:r>
              <a:rPr sz="12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derivados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59987" y="4144873"/>
            <a:ext cx="2607310" cy="40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factibilidad</a:t>
            </a:r>
            <a:r>
              <a:rPr sz="12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técnica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económica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proyectos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energéticos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8214" y="839656"/>
            <a:ext cx="5607687" cy="903956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69419" y="300006"/>
            <a:ext cx="1464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2.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Consulting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8</a:t>
            </a:fld>
            <a:endParaRPr spc="-5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482" y="810544"/>
            <a:ext cx="9808111" cy="63594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268645" y="2695587"/>
            <a:ext cx="46291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Colombia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7132" y="3546879"/>
            <a:ext cx="29083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Brasil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2284" y="1816238"/>
            <a:ext cx="793750" cy="262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925"/>
              </a:lnSpc>
              <a:spcBef>
                <a:spcPts val="110"/>
              </a:spcBef>
            </a:pPr>
            <a:r>
              <a:rPr sz="800" spc="-10" dirty="0">
                <a:latin typeface="Microsoft Sans Serif"/>
                <a:cs typeface="Microsoft Sans Serif"/>
              </a:rPr>
              <a:t>Belice</a:t>
            </a:r>
            <a:endParaRPr sz="800">
              <a:latin typeface="Microsoft Sans Serif"/>
              <a:cs typeface="Microsoft Sans Serif"/>
            </a:endParaRPr>
          </a:p>
          <a:p>
            <a:pPr marL="327660">
              <a:lnSpc>
                <a:spcPts val="925"/>
              </a:lnSpc>
            </a:pPr>
            <a:r>
              <a:rPr sz="800" spc="-10" dirty="0">
                <a:latin typeface="Microsoft Sans Serif"/>
                <a:cs typeface="Microsoft Sans Serif"/>
              </a:rPr>
              <a:t>Honduras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2708" y="1557394"/>
            <a:ext cx="24257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0" dirty="0">
                <a:latin typeface="Microsoft Sans Serif"/>
                <a:cs typeface="Microsoft Sans Serif"/>
              </a:rPr>
              <a:t>Haití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20221" y="1876332"/>
            <a:ext cx="1560830" cy="7378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800" spc="-20" dirty="0">
                <a:latin typeface="Microsoft Sans Serif"/>
                <a:cs typeface="Microsoft Sans Serif"/>
              </a:rPr>
              <a:t>Rep.</a:t>
            </a:r>
            <a:r>
              <a:rPr sz="800" spc="-30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Dominica</a:t>
            </a:r>
            <a:endParaRPr sz="800">
              <a:latin typeface="Microsoft Sans Serif"/>
              <a:cs typeface="Microsoft Sans Serif"/>
            </a:endParaRPr>
          </a:p>
          <a:p>
            <a:pPr marL="619125">
              <a:lnSpc>
                <a:spcPct val="100000"/>
              </a:lnSpc>
              <a:spcBef>
                <a:spcPts val="195"/>
              </a:spcBef>
            </a:pPr>
            <a:r>
              <a:rPr sz="800" dirty="0">
                <a:latin typeface="Microsoft Sans Serif"/>
                <a:cs typeface="Microsoft Sans Serif"/>
              </a:rPr>
              <a:t>Santa</a:t>
            </a:r>
            <a:r>
              <a:rPr sz="800" spc="-30" dirty="0">
                <a:latin typeface="Microsoft Sans Serif"/>
                <a:cs typeface="Microsoft Sans Serif"/>
              </a:rPr>
              <a:t> </a:t>
            </a:r>
            <a:r>
              <a:rPr sz="800" spc="-10" dirty="0">
                <a:latin typeface="Microsoft Sans Serif"/>
                <a:cs typeface="Microsoft Sans Serif"/>
              </a:rPr>
              <a:t>Lucía</a:t>
            </a:r>
            <a:endParaRPr sz="800">
              <a:latin typeface="Microsoft Sans Serif"/>
              <a:cs typeface="Microsoft Sans Serif"/>
            </a:endParaRPr>
          </a:p>
          <a:p>
            <a:pPr marL="1104900">
              <a:lnSpc>
                <a:spcPct val="100000"/>
              </a:lnSpc>
              <a:spcBef>
                <a:spcPts val="65"/>
              </a:spcBef>
            </a:pPr>
            <a:r>
              <a:rPr sz="800" spc="-10" dirty="0">
                <a:latin typeface="Microsoft Sans Serif"/>
                <a:cs typeface="Microsoft Sans Serif"/>
              </a:rPr>
              <a:t>Barbados</a:t>
            </a:r>
            <a:endParaRPr sz="800">
              <a:latin typeface="Microsoft Sans Serif"/>
              <a:cs typeface="Microsoft Sans Serif"/>
            </a:endParaRPr>
          </a:p>
          <a:p>
            <a:pPr marL="814705" marR="225425" indent="118745">
              <a:lnSpc>
                <a:spcPts val="1160"/>
              </a:lnSpc>
              <a:spcBef>
                <a:spcPts val="20"/>
              </a:spcBef>
            </a:pPr>
            <a:r>
              <a:rPr sz="800" spc="-20" dirty="0">
                <a:latin typeface="Microsoft Sans Serif"/>
                <a:cs typeface="Microsoft Sans Serif"/>
              </a:rPr>
              <a:t>Granada</a:t>
            </a:r>
            <a:r>
              <a:rPr sz="800" spc="-10" dirty="0">
                <a:latin typeface="Microsoft Sans Serif"/>
                <a:cs typeface="Microsoft Sans Serif"/>
              </a:rPr>
              <a:t> Guyana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77044" y="4658257"/>
            <a:ext cx="26289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latin typeface="Microsoft Sans Serif"/>
                <a:cs typeface="Microsoft Sans Serif"/>
              </a:rPr>
              <a:t>Chile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4947" y="5108095"/>
            <a:ext cx="48450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Argentina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62274" y="5390133"/>
            <a:ext cx="42100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10" dirty="0">
                <a:latin typeface="Microsoft Sans Serif"/>
                <a:cs typeface="Microsoft Sans Serif"/>
              </a:rPr>
              <a:t>Uruguay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1008" y="357084"/>
            <a:ext cx="9765665" cy="6895465"/>
            <a:chOff x="591008" y="357084"/>
            <a:chExt cx="9765665" cy="689546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4425" y="2639177"/>
              <a:ext cx="555496" cy="59006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425" y="3656083"/>
              <a:ext cx="555496" cy="59005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425" y="4792377"/>
              <a:ext cx="555496" cy="5900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1008" y="739252"/>
              <a:ext cx="3083198" cy="143531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205175" y="7048846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202"/>
                  </a:lnTo>
                </a:path>
              </a:pathLst>
            </a:custGeom>
            <a:ln w="952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87675" y="7069025"/>
              <a:ext cx="151357" cy="15201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355534" y="2705991"/>
            <a:ext cx="1837055" cy="44704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185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</a:t>
            </a:r>
            <a:r>
              <a:rPr sz="14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4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50</a:t>
            </a:r>
            <a:r>
              <a:rPr sz="1400" spc="5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consultorías</a:t>
            </a:r>
            <a:r>
              <a:rPr sz="14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realizadas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0" dirty="0">
                <a:solidFill>
                  <a:srgbClr val="666666"/>
                </a:solidFill>
              </a:rPr>
              <a:t>9</a:t>
            </a:fld>
            <a:endParaRPr spc="-50" dirty="0">
              <a:solidFill>
                <a:srgbClr val="666666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9141" y="5872071"/>
            <a:ext cx="7893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0" dirty="0">
                <a:solidFill>
                  <a:srgbClr val="666666"/>
                </a:solidFill>
                <a:latin typeface="Microsoft Sans Serif"/>
                <a:cs typeface="Microsoft Sans Serif"/>
              </a:rPr>
              <a:t>13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países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2707" y="3707695"/>
            <a:ext cx="2131060" cy="44704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185"/>
              </a:spcBef>
            </a:pPr>
            <a:r>
              <a:rPr sz="1400" spc="60" dirty="0">
                <a:solidFill>
                  <a:srgbClr val="666666"/>
                </a:solidFill>
                <a:latin typeface="Microsoft Sans Serif"/>
                <a:cs typeface="Microsoft Sans Serif"/>
              </a:rPr>
              <a:t>27</a:t>
            </a:r>
            <a:r>
              <a:rPr sz="14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consultorías</a:t>
            </a:r>
            <a:r>
              <a:rPr sz="14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orientadas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al</a:t>
            </a:r>
            <a:r>
              <a:rPr sz="14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sector</a:t>
            </a:r>
            <a:r>
              <a:rPr sz="14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público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63896" y="4840118"/>
            <a:ext cx="1504950" cy="454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0" dirty="0">
                <a:solidFill>
                  <a:srgbClr val="666666"/>
                </a:solidFill>
                <a:latin typeface="Microsoft Sans Serif"/>
                <a:cs typeface="Microsoft Sans Serif"/>
              </a:rPr>
              <a:t>24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consultorías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a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clientes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privados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9419" y="300006"/>
            <a:ext cx="1464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2.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Consulting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74654" y="4603403"/>
            <a:ext cx="2143125" cy="236854"/>
            <a:chOff x="4274654" y="4603403"/>
            <a:chExt cx="2143125" cy="2368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4654" y="4603403"/>
              <a:ext cx="1698080" cy="23683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06301" y="4624085"/>
              <a:ext cx="411480" cy="176530"/>
            </a:xfrm>
            <a:custGeom>
              <a:avLst/>
              <a:gdLst/>
              <a:ahLst/>
              <a:cxnLst/>
              <a:rect l="l" t="t" r="r" b="b"/>
              <a:pathLst>
                <a:path w="411479" h="176529">
                  <a:moveTo>
                    <a:pt x="19104" y="0"/>
                  </a:moveTo>
                  <a:lnTo>
                    <a:pt x="11620" y="0"/>
                  </a:lnTo>
                  <a:lnTo>
                    <a:pt x="7995" y="474"/>
                  </a:lnTo>
                  <a:lnTo>
                    <a:pt x="0" y="6501"/>
                  </a:lnTo>
                  <a:lnTo>
                    <a:pt x="0" y="164631"/>
                  </a:lnTo>
                  <a:lnTo>
                    <a:pt x="40182" y="175978"/>
                  </a:lnTo>
                  <a:lnTo>
                    <a:pt x="46328" y="175978"/>
                  </a:lnTo>
                  <a:lnTo>
                    <a:pt x="88679" y="165732"/>
                  </a:lnTo>
                  <a:lnTo>
                    <a:pt x="99047" y="153521"/>
                  </a:lnTo>
                  <a:lnTo>
                    <a:pt x="45619" y="153521"/>
                  </a:lnTo>
                  <a:lnTo>
                    <a:pt x="42231" y="153323"/>
                  </a:lnTo>
                  <a:lnTo>
                    <a:pt x="30730" y="142099"/>
                  </a:lnTo>
                  <a:lnTo>
                    <a:pt x="30730" y="79617"/>
                  </a:lnTo>
                  <a:lnTo>
                    <a:pt x="31515" y="74929"/>
                  </a:lnTo>
                  <a:lnTo>
                    <a:pt x="34668" y="69728"/>
                  </a:lnTo>
                  <a:lnTo>
                    <a:pt x="38447" y="68428"/>
                  </a:lnTo>
                  <a:lnTo>
                    <a:pt x="100544" y="68428"/>
                  </a:lnTo>
                  <a:lnTo>
                    <a:pt x="99039" y="65436"/>
                  </a:lnTo>
                  <a:lnTo>
                    <a:pt x="61515" y="47037"/>
                  </a:lnTo>
                  <a:lnTo>
                    <a:pt x="44672" y="46208"/>
                  </a:lnTo>
                  <a:lnTo>
                    <a:pt x="38844" y="46208"/>
                  </a:lnTo>
                  <a:lnTo>
                    <a:pt x="35060" y="45659"/>
                  </a:lnTo>
                  <a:lnTo>
                    <a:pt x="31593" y="43451"/>
                  </a:lnTo>
                  <a:lnTo>
                    <a:pt x="30730" y="41248"/>
                  </a:lnTo>
                  <a:lnTo>
                    <a:pt x="30730" y="6501"/>
                  </a:lnTo>
                  <a:lnTo>
                    <a:pt x="30253" y="5003"/>
                  </a:lnTo>
                  <a:lnTo>
                    <a:pt x="28364" y="2796"/>
                  </a:lnTo>
                  <a:lnTo>
                    <a:pt x="27183" y="1968"/>
                  </a:lnTo>
                  <a:lnTo>
                    <a:pt x="24347" y="867"/>
                  </a:lnTo>
                  <a:lnTo>
                    <a:pt x="22730" y="474"/>
                  </a:lnTo>
                  <a:lnTo>
                    <a:pt x="19104" y="0"/>
                  </a:lnTo>
                  <a:close/>
                </a:path>
                <a:path w="411479" h="176529">
                  <a:moveTo>
                    <a:pt x="100544" y="68428"/>
                  </a:moveTo>
                  <a:lnTo>
                    <a:pt x="51055" y="68428"/>
                  </a:lnTo>
                  <a:lnTo>
                    <a:pt x="56372" y="69058"/>
                  </a:lnTo>
                  <a:lnTo>
                    <a:pt x="64411" y="71582"/>
                  </a:lnTo>
                  <a:lnTo>
                    <a:pt x="74930" y="119329"/>
                  </a:lnTo>
                  <a:lnTo>
                    <a:pt x="74518" y="126103"/>
                  </a:lnTo>
                  <a:lnTo>
                    <a:pt x="54601" y="153521"/>
                  </a:lnTo>
                  <a:lnTo>
                    <a:pt x="99047" y="153521"/>
                  </a:lnTo>
                  <a:lnTo>
                    <a:pt x="101657" y="148362"/>
                  </a:lnTo>
                  <a:lnTo>
                    <a:pt x="101757" y="148164"/>
                  </a:lnTo>
                  <a:lnTo>
                    <a:pt x="103884" y="139813"/>
                  </a:lnTo>
                  <a:lnTo>
                    <a:pt x="105281" y="133253"/>
                  </a:lnTo>
                  <a:lnTo>
                    <a:pt x="106223" y="126497"/>
                  </a:lnTo>
                  <a:lnTo>
                    <a:pt x="106278" y="126103"/>
                  </a:lnTo>
                  <a:lnTo>
                    <a:pt x="106801" y="119329"/>
                  </a:lnTo>
                  <a:lnTo>
                    <a:pt x="106875" y="118361"/>
                  </a:lnTo>
                  <a:lnTo>
                    <a:pt x="107074" y="110030"/>
                  </a:lnTo>
                  <a:lnTo>
                    <a:pt x="106910" y="102149"/>
                  </a:lnTo>
                  <a:lnTo>
                    <a:pt x="106897" y="101513"/>
                  </a:lnTo>
                  <a:lnTo>
                    <a:pt x="106471" y="95255"/>
                  </a:lnTo>
                  <a:lnTo>
                    <a:pt x="106365" y="93691"/>
                  </a:lnTo>
                  <a:lnTo>
                    <a:pt x="105478" y="86563"/>
                  </a:lnTo>
                  <a:lnTo>
                    <a:pt x="104237" y="80128"/>
                  </a:lnTo>
                  <a:lnTo>
                    <a:pt x="102348" y="72014"/>
                  </a:lnTo>
                  <a:lnTo>
                    <a:pt x="100544" y="68428"/>
                  </a:lnTo>
                  <a:close/>
                </a:path>
                <a:path w="411479" h="176529">
                  <a:moveTo>
                    <a:pt x="155491" y="0"/>
                  </a:moveTo>
                  <a:lnTo>
                    <a:pt x="148240" y="0"/>
                  </a:lnTo>
                  <a:lnTo>
                    <a:pt x="144616" y="474"/>
                  </a:lnTo>
                  <a:lnTo>
                    <a:pt x="136382" y="6501"/>
                  </a:lnTo>
                  <a:lnTo>
                    <a:pt x="136382" y="142411"/>
                  </a:lnTo>
                  <a:lnTo>
                    <a:pt x="159370" y="174994"/>
                  </a:lnTo>
                  <a:lnTo>
                    <a:pt x="167349" y="175503"/>
                  </a:lnTo>
                  <a:lnTo>
                    <a:pt x="171446" y="175503"/>
                  </a:lnTo>
                  <a:lnTo>
                    <a:pt x="188856" y="158878"/>
                  </a:lnTo>
                  <a:lnTo>
                    <a:pt x="188551" y="157038"/>
                  </a:lnTo>
                  <a:lnTo>
                    <a:pt x="188503" y="156751"/>
                  </a:lnTo>
                  <a:lnTo>
                    <a:pt x="187084" y="153601"/>
                  </a:lnTo>
                  <a:lnTo>
                    <a:pt x="185547" y="152812"/>
                  </a:lnTo>
                  <a:lnTo>
                    <a:pt x="174517" y="152812"/>
                  </a:lnTo>
                  <a:lnTo>
                    <a:pt x="171328" y="151512"/>
                  </a:lnTo>
                  <a:lnTo>
                    <a:pt x="168332" y="146314"/>
                  </a:lnTo>
                  <a:lnTo>
                    <a:pt x="167699" y="142411"/>
                  </a:lnTo>
                  <a:lnTo>
                    <a:pt x="167584" y="6501"/>
                  </a:lnTo>
                  <a:lnTo>
                    <a:pt x="167111" y="5003"/>
                  </a:lnTo>
                  <a:lnTo>
                    <a:pt x="165221" y="2796"/>
                  </a:lnTo>
                  <a:lnTo>
                    <a:pt x="163962" y="1968"/>
                  </a:lnTo>
                  <a:lnTo>
                    <a:pt x="160808" y="867"/>
                  </a:lnTo>
                  <a:lnTo>
                    <a:pt x="159117" y="474"/>
                  </a:lnTo>
                  <a:lnTo>
                    <a:pt x="155491" y="0"/>
                  </a:lnTo>
                  <a:close/>
                </a:path>
                <a:path w="411479" h="176529">
                  <a:moveTo>
                    <a:pt x="267962" y="44790"/>
                  </a:moveTo>
                  <a:lnTo>
                    <a:pt x="250786" y="44790"/>
                  </a:lnTo>
                  <a:lnTo>
                    <a:pt x="243381" y="45698"/>
                  </a:lnTo>
                  <a:lnTo>
                    <a:pt x="210171" y="67524"/>
                  </a:lnTo>
                  <a:lnTo>
                    <a:pt x="203498" y="125216"/>
                  </a:lnTo>
                  <a:lnTo>
                    <a:pt x="204163" y="132249"/>
                  </a:lnTo>
                  <a:lnTo>
                    <a:pt x="222775" y="167270"/>
                  </a:lnTo>
                  <a:lnTo>
                    <a:pt x="265205" y="175978"/>
                  </a:lnTo>
                  <a:lnTo>
                    <a:pt x="273240" y="175978"/>
                  </a:lnTo>
                  <a:lnTo>
                    <a:pt x="304203" y="161401"/>
                  </a:lnTo>
                  <a:lnTo>
                    <a:pt x="304203" y="154939"/>
                  </a:lnTo>
                  <a:lnTo>
                    <a:pt x="303141" y="152420"/>
                  </a:lnTo>
                  <a:lnTo>
                    <a:pt x="270675" y="152420"/>
                  </a:lnTo>
                  <a:lnTo>
                    <a:pt x="259871" y="151971"/>
                  </a:lnTo>
                  <a:lnTo>
                    <a:pt x="233531" y="136187"/>
                  </a:lnTo>
                  <a:lnTo>
                    <a:pt x="233531" y="124686"/>
                  </a:lnTo>
                  <a:lnTo>
                    <a:pt x="234043" y="122676"/>
                  </a:lnTo>
                  <a:lnTo>
                    <a:pt x="236091" y="120312"/>
                  </a:lnTo>
                  <a:lnTo>
                    <a:pt x="238338" y="119641"/>
                  </a:lnTo>
                  <a:lnTo>
                    <a:pt x="281750" y="118065"/>
                  </a:lnTo>
                  <a:lnTo>
                    <a:pt x="287423" y="117751"/>
                  </a:lnTo>
                  <a:lnTo>
                    <a:pt x="307539" y="101047"/>
                  </a:lnTo>
                  <a:lnTo>
                    <a:pt x="240699" y="101047"/>
                  </a:lnTo>
                  <a:lnTo>
                    <a:pt x="237628" y="100537"/>
                  </a:lnTo>
                  <a:lnTo>
                    <a:pt x="234162" y="98488"/>
                  </a:lnTo>
                  <a:lnTo>
                    <a:pt x="233293" y="96321"/>
                  </a:lnTo>
                  <a:lnTo>
                    <a:pt x="233419" y="82612"/>
                  </a:lnTo>
                  <a:lnTo>
                    <a:pt x="235144" y="77212"/>
                  </a:lnTo>
                  <a:lnTo>
                    <a:pt x="242553" y="68864"/>
                  </a:lnTo>
                  <a:lnTo>
                    <a:pt x="248972" y="66776"/>
                  </a:lnTo>
                  <a:lnTo>
                    <a:pt x="303530" y="66776"/>
                  </a:lnTo>
                  <a:lnTo>
                    <a:pt x="300855" y="61851"/>
                  </a:lnTo>
                  <a:lnTo>
                    <a:pt x="293137" y="53498"/>
                  </a:lnTo>
                  <a:lnTo>
                    <a:pt x="288093" y="50305"/>
                  </a:lnTo>
                  <a:lnTo>
                    <a:pt x="275644" y="45896"/>
                  </a:lnTo>
                  <a:lnTo>
                    <a:pt x="267962" y="44790"/>
                  </a:lnTo>
                  <a:close/>
                </a:path>
                <a:path w="411479" h="176529">
                  <a:moveTo>
                    <a:pt x="296640" y="149504"/>
                  </a:moveTo>
                  <a:lnTo>
                    <a:pt x="290969" y="150605"/>
                  </a:lnTo>
                  <a:lnTo>
                    <a:pt x="287186" y="151156"/>
                  </a:lnTo>
                  <a:lnTo>
                    <a:pt x="278676" y="152102"/>
                  </a:lnTo>
                  <a:lnTo>
                    <a:pt x="272356" y="152420"/>
                  </a:lnTo>
                  <a:lnTo>
                    <a:pt x="303141" y="152420"/>
                  </a:lnTo>
                  <a:lnTo>
                    <a:pt x="298886" y="149896"/>
                  </a:lnTo>
                  <a:lnTo>
                    <a:pt x="296640" y="149504"/>
                  </a:lnTo>
                  <a:close/>
                </a:path>
                <a:path w="411479" h="176529">
                  <a:moveTo>
                    <a:pt x="303530" y="66776"/>
                  </a:moveTo>
                  <a:lnTo>
                    <a:pt x="266465" y="66776"/>
                  </a:lnTo>
                  <a:lnTo>
                    <a:pt x="272177" y="68705"/>
                  </a:lnTo>
                  <a:lnTo>
                    <a:pt x="278323" y="76427"/>
                  </a:lnTo>
                  <a:lnTo>
                    <a:pt x="279861" y="82612"/>
                  </a:lnTo>
                  <a:lnTo>
                    <a:pt x="279745" y="95883"/>
                  </a:lnTo>
                  <a:lnTo>
                    <a:pt x="278952" y="98290"/>
                  </a:lnTo>
                  <a:lnTo>
                    <a:pt x="275263" y="100537"/>
                  </a:lnTo>
                  <a:lnTo>
                    <a:pt x="275099" y="100537"/>
                  </a:lnTo>
                  <a:lnTo>
                    <a:pt x="272138" y="101047"/>
                  </a:lnTo>
                  <a:lnTo>
                    <a:pt x="307539" y="101047"/>
                  </a:lnTo>
                  <a:lnTo>
                    <a:pt x="307735" y="98488"/>
                  </a:lnTo>
                  <a:lnTo>
                    <a:pt x="307750" y="85683"/>
                  </a:lnTo>
                  <a:lnTo>
                    <a:pt x="306924" y="78907"/>
                  </a:lnTo>
                  <a:lnTo>
                    <a:pt x="303613" y="66930"/>
                  </a:lnTo>
                  <a:lnTo>
                    <a:pt x="303530" y="66776"/>
                  </a:lnTo>
                  <a:close/>
                </a:path>
                <a:path w="411479" h="176529">
                  <a:moveTo>
                    <a:pt x="335166" y="150450"/>
                  </a:moveTo>
                  <a:lnTo>
                    <a:pt x="332765" y="151235"/>
                  </a:lnTo>
                  <a:lnTo>
                    <a:pt x="329770" y="155332"/>
                  </a:lnTo>
                  <a:lnTo>
                    <a:pt x="329021" y="157934"/>
                  </a:lnTo>
                  <a:lnTo>
                    <a:pt x="329021" y="166758"/>
                  </a:lnTo>
                  <a:lnTo>
                    <a:pt x="363297" y="175978"/>
                  </a:lnTo>
                  <a:lnTo>
                    <a:pt x="370231" y="175978"/>
                  </a:lnTo>
                  <a:lnTo>
                    <a:pt x="409859" y="152971"/>
                  </a:lnTo>
                  <a:lnTo>
                    <a:pt x="409941" y="152575"/>
                  </a:lnTo>
                  <a:lnTo>
                    <a:pt x="356047" y="152575"/>
                  </a:lnTo>
                  <a:lnTo>
                    <a:pt x="352306" y="152420"/>
                  </a:lnTo>
                  <a:lnTo>
                    <a:pt x="345215" y="151790"/>
                  </a:lnTo>
                  <a:lnTo>
                    <a:pt x="341787" y="151394"/>
                  </a:lnTo>
                  <a:lnTo>
                    <a:pt x="335166" y="150450"/>
                  </a:lnTo>
                  <a:close/>
                </a:path>
                <a:path w="411479" h="176529">
                  <a:moveTo>
                    <a:pt x="382758" y="44790"/>
                  </a:moveTo>
                  <a:lnTo>
                    <a:pt x="369046" y="44790"/>
                  </a:lnTo>
                  <a:lnTo>
                    <a:pt x="363491" y="45266"/>
                  </a:lnTo>
                  <a:lnTo>
                    <a:pt x="330915" y="71974"/>
                  </a:lnTo>
                  <a:lnTo>
                    <a:pt x="330915" y="86000"/>
                  </a:lnTo>
                  <a:lnTo>
                    <a:pt x="361482" y="117910"/>
                  </a:lnTo>
                  <a:lnTo>
                    <a:pt x="365226" y="120667"/>
                  </a:lnTo>
                  <a:lnTo>
                    <a:pt x="379368" y="138553"/>
                  </a:lnTo>
                  <a:lnTo>
                    <a:pt x="379368" y="142962"/>
                  </a:lnTo>
                  <a:lnTo>
                    <a:pt x="362667" y="152575"/>
                  </a:lnTo>
                  <a:lnTo>
                    <a:pt x="409941" y="152575"/>
                  </a:lnTo>
                  <a:lnTo>
                    <a:pt x="411044" y="147218"/>
                  </a:lnTo>
                  <a:lnTo>
                    <a:pt x="411044" y="136187"/>
                  </a:lnTo>
                  <a:lnTo>
                    <a:pt x="410687" y="133351"/>
                  </a:lnTo>
                  <a:lnTo>
                    <a:pt x="410569" y="132407"/>
                  </a:lnTo>
                  <a:lnTo>
                    <a:pt x="384098" y="100810"/>
                  </a:lnTo>
                  <a:lnTo>
                    <a:pt x="376059" y="95770"/>
                  </a:lnTo>
                  <a:lnTo>
                    <a:pt x="370425" y="91634"/>
                  </a:lnTo>
                  <a:lnTo>
                    <a:pt x="363966" y="85172"/>
                  </a:lnTo>
                  <a:lnTo>
                    <a:pt x="362351" y="82058"/>
                  </a:lnTo>
                  <a:lnTo>
                    <a:pt x="362351" y="75283"/>
                  </a:lnTo>
                  <a:lnTo>
                    <a:pt x="363571" y="72565"/>
                  </a:lnTo>
                  <a:lnTo>
                    <a:pt x="368339" y="69335"/>
                  </a:lnTo>
                  <a:lnTo>
                    <a:pt x="368025" y="69335"/>
                  </a:lnTo>
                  <a:lnTo>
                    <a:pt x="372342" y="68546"/>
                  </a:lnTo>
                  <a:lnTo>
                    <a:pt x="406718" y="68546"/>
                  </a:lnTo>
                  <a:lnTo>
                    <a:pt x="409111" y="65397"/>
                  </a:lnTo>
                  <a:lnTo>
                    <a:pt x="409859" y="62679"/>
                  </a:lnTo>
                  <a:lnTo>
                    <a:pt x="409859" y="57005"/>
                  </a:lnTo>
                  <a:lnTo>
                    <a:pt x="389907" y="45266"/>
                  </a:lnTo>
                  <a:lnTo>
                    <a:pt x="391219" y="45266"/>
                  </a:lnTo>
                  <a:lnTo>
                    <a:pt x="382758" y="44790"/>
                  </a:lnTo>
                  <a:close/>
                </a:path>
                <a:path w="411479" h="176529">
                  <a:moveTo>
                    <a:pt x="406718" y="68546"/>
                  </a:moveTo>
                  <a:lnTo>
                    <a:pt x="386067" y="68546"/>
                  </a:lnTo>
                  <a:lnTo>
                    <a:pt x="393001" y="69019"/>
                  </a:lnTo>
                  <a:lnTo>
                    <a:pt x="399934" y="69608"/>
                  </a:lnTo>
                  <a:lnTo>
                    <a:pt x="403556" y="70084"/>
                  </a:lnTo>
                  <a:lnTo>
                    <a:pt x="406119" y="69335"/>
                  </a:lnTo>
                  <a:lnTo>
                    <a:pt x="406718" y="68546"/>
                  </a:lnTo>
                  <a:close/>
                </a:path>
              </a:pathLst>
            </a:custGeom>
            <a:solidFill>
              <a:srgbClr val="DE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753410" y="2948043"/>
            <a:ext cx="1185545" cy="1188720"/>
            <a:chOff x="4753410" y="2948043"/>
            <a:chExt cx="1185545" cy="1188720"/>
          </a:xfrm>
        </p:grpSpPr>
        <p:sp>
          <p:nvSpPr>
            <p:cNvPr id="7" name="object 7"/>
            <p:cNvSpPr/>
            <p:nvPr/>
          </p:nvSpPr>
          <p:spPr>
            <a:xfrm>
              <a:off x="4753410" y="2948043"/>
              <a:ext cx="1185545" cy="1114425"/>
            </a:xfrm>
            <a:custGeom>
              <a:avLst/>
              <a:gdLst/>
              <a:ahLst/>
              <a:cxnLst/>
              <a:rect l="l" t="t" r="r" b="b"/>
              <a:pathLst>
                <a:path w="1185545" h="1114425">
                  <a:moveTo>
                    <a:pt x="0" y="1113847"/>
                  </a:moveTo>
                  <a:lnTo>
                    <a:pt x="1185177" y="1113847"/>
                  </a:lnTo>
                  <a:lnTo>
                    <a:pt x="1185177" y="0"/>
                  </a:lnTo>
                  <a:lnTo>
                    <a:pt x="0" y="0"/>
                  </a:lnTo>
                  <a:lnTo>
                    <a:pt x="0" y="1113847"/>
                  </a:lnTo>
                  <a:close/>
                </a:path>
              </a:pathLst>
            </a:custGeom>
            <a:solidFill>
              <a:srgbClr val="DE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53410" y="4061890"/>
              <a:ext cx="1185545" cy="74930"/>
            </a:xfrm>
            <a:custGeom>
              <a:avLst/>
              <a:gdLst/>
              <a:ahLst/>
              <a:cxnLst/>
              <a:rect l="l" t="t" r="r" b="b"/>
              <a:pathLst>
                <a:path w="1185545" h="74929">
                  <a:moveTo>
                    <a:pt x="1185177" y="0"/>
                  </a:moveTo>
                  <a:lnTo>
                    <a:pt x="0" y="0"/>
                  </a:lnTo>
                  <a:lnTo>
                    <a:pt x="0" y="74609"/>
                  </a:lnTo>
                  <a:lnTo>
                    <a:pt x="1185177" y="74609"/>
                  </a:lnTo>
                  <a:lnTo>
                    <a:pt x="118517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53407" y="2948045"/>
              <a:ext cx="739140" cy="455930"/>
            </a:xfrm>
            <a:custGeom>
              <a:avLst/>
              <a:gdLst/>
              <a:ahLst/>
              <a:cxnLst/>
              <a:rect l="l" t="t" r="r" b="b"/>
              <a:pathLst>
                <a:path w="739139" h="455929">
                  <a:moveTo>
                    <a:pt x="268859" y="413537"/>
                  </a:moveTo>
                  <a:lnTo>
                    <a:pt x="257187" y="377202"/>
                  </a:lnTo>
                  <a:lnTo>
                    <a:pt x="194437" y="377202"/>
                  </a:lnTo>
                  <a:lnTo>
                    <a:pt x="189369" y="376097"/>
                  </a:lnTo>
                  <a:lnTo>
                    <a:pt x="185839" y="371703"/>
                  </a:lnTo>
                  <a:lnTo>
                    <a:pt x="184962" y="367296"/>
                  </a:lnTo>
                  <a:lnTo>
                    <a:pt x="184962" y="40957"/>
                  </a:lnTo>
                  <a:lnTo>
                    <a:pt x="184175" y="32435"/>
                  </a:lnTo>
                  <a:lnTo>
                    <a:pt x="156883" y="2895"/>
                  </a:lnTo>
                  <a:lnTo>
                    <a:pt x="135420" y="0"/>
                  </a:lnTo>
                  <a:lnTo>
                    <a:pt x="14312" y="0"/>
                  </a:lnTo>
                  <a:lnTo>
                    <a:pt x="8585" y="3962"/>
                  </a:lnTo>
                  <a:lnTo>
                    <a:pt x="3302" y="19824"/>
                  </a:lnTo>
                  <a:lnTo>
                    <a:pt x="1981" y="27965"/>
                  </a:lnTo>
                  <a:lnTo>
                    <a:pt x="1981" y="36334"/>
                  </a:lnTo>
                  <a:lnTo>
                    <a:pt x="14757" y="71348"/>
                  </a:lnTo>
                  <a:lnTo>
                    <a:pt x="89179" y="71348"/>
                  </a:lnTo>
                  <a:lnTo>
                    <a:pt x="94132" y="72669"/>
                  </a:lnTo>
                  <a:lnTo>
                    <a:pt x="98094" y="77952"/>
                  </a:lnTo>
                  <a:lnTo>
                    <a:pt x="99085" y="82575"/>
                  </a:lnTo>
                  <a:lnTo>
                    <a:pt x="99085" y="89192"/>
                  </a:lnTo>
                  <a:lnTo>
                    <a:pt x="99085" y="367296"/>
                  </a:lnTo>
                  <a:lnTo>
                    <a:pt x="98209" y="371703"/>
                  </a:lnTo>
                  <a:lnTo>
                    <a:pt x="94678" y="376097"/>
                  </a:lnTo>
                  <a:lnTo>
                    <a:pt x="89611" y="377202"/>
                  </a:lnTo>
                  <a:lnTo>
                    <a:pt x="12331" y="377202"/>
                  </a:lnTo>
                  <a:lnTo>
                    <a:pt x="6604" y="381165"/>
                  </a:lnTo>
                  <a:lnTo>
                    <a:pt x="0" y="414197"/>
                  </a:lnTo>
                  <a:lnTo>
                    <a:pt x="241" y="421462"/>
                  </a:lnTo>
                  <a:lnTo>
                    <a:pt x="12331" y="449211"/>
                  </a:lnTo>
                  <a:lnTo>
                    <a:pt x="257187" y="449211"/>
                  </a:lnTo>
                  <a:lnTo>
                    <a:pt x="268630" y="420827"/>
                  </a:lnTo>
                  <a:lnTo>
                    <a:pt x="268859" y="413537"/>
                  </a:lnTo>
                  <a:close/>
                </a:path>
                <a:path w="739139" h="455929">
                  <a:moveTo>
                    <a:pt x="738581" y="418160"/>
                  </a:moveTo>
                  <a:lnTo>
                    <a:pt x="716114" y="383108"/>
                  </a:lnTo>
                  <a:lnTo>
                    <a:pt x="708190" y="382485"/>
                  </a:lnTo>
                  <a:lnTo>
                    <a:pt x="549427" y="382485"/>
                  </a:lnTo>
                  <a:lnTo>
                    <a:pt x="545134" y="381825"/>
                  </a:lnTo>
                  <a:lnTo>
                    <a:pt x="540296" y="379183"/>
                  </a:lnTo>
                  <a:lnTo>
                    <a:pt x="539076" y="376542"/>
                  </a:lnTo>
                  <a:lnTo>
                    <a:pt x="539343" y="366014"/>
                  </a:lnTo>
                  <a:lnTo>
                    <a:pt x="553529" y="327431"/>
                  </a:lnTo>
                  <a:lnTo>
                    <a:pt x="579742" y="299110"/>
                  </a:lnTo>
                  <a:lnTo>
                    <a:pt x="623951" y="264579"/>
                  </a:lnTo>
                  <a:lnTo>
                    <a:pt x="650290" y="245872"/>
                  </a:lnTo>
                  <a:lnTo>
                    <a:pt x="661543" y="237655"/>
                  </a:lnTo>
                  <a:lnTo>
                    <a:pt x="698030" y="206527"/>
                  </a:lnTo>
                  <a:lnTo>
                    <a:pt x="721817" y="173736"/>
                  </a:lnTo>
                  <a:lnTo>
                    <a:pt x="733209" y="135013"/>
                  </a:lnTo>
                  <a:lnTo>
                    <a:pt x="734618" y="110985"/>
                  </a:lnTo>
                  <a:lnTo>
                    <a:pt x="733996" y="95478"/>
                  </a:lnTo>
                  <a:lnTo>
                    <a:pt x="724712" y="57150"/>
                  </a:lnTo>
                  <a:lnTo>
                    <a:pt x="695972" y="23126"/>
                  </a:lnTo>
                  <a:lnTo>
                    <a:pt x="650062" y="5283"/>
                  </a:lnTo>
                  <a:lnTo>
                    <a:pt x="604977" y="330"/>
                  </a:lnTo>
                  <a:lnTo>
                    <a:pt x="587959" y="0"/>
                  </a:lnTo>
                  <a:lnTo>
                    <a:pt x="569036" y="190"/>
                  </a:lnTo>
                  <a:lnTo>
                    <a:pt x="522897" y="2971"/>
                  </a:lnTo>
                  <a:lnTo>
                    <a:pt x="482930" y="11899"/>
                  </a:lnTo>
                  <a:lnTo>
                    <a:pt x="457835" y="41402"/>
                  </a:lnTo>
                  <a:lnTo>
                    <a:pt x="457835" y="59016"/>
                  </a:lnTo>
                  <a:lnTo>
                    <a:pt x="496036" y="78397"/>
                  </a:lnTo>
                  <a:lnTo>
                    <a:pt x="554824" y="74206"/>
                  </a:lnTo>
                  <a:lnTo>
                    <a:pt x="565505" y="73990"/>
                  </a:lnTo>
                  <a:lnTo>
                    <a:pt x="614184" y="80124"/>
                  </a:lnTo>
                  <a:lnTo>
                    <a:pt x="640397" y="109601"/>
                  </a:lnTo>
                  <a:lnTo>
                    <a:pt x="641477" y="121551"/>
                  </a:lnTo>
                  <a:lnTo>
                    <a:pt x="641477" y="129044"/>
                  </a:lnTo>
                  <a:lnTo>
                    <a:pt x="623862" y="167284"/>
                  </a:lnTo>
                  <a:lnTo>
                    <a:pt x="588213" y="199428"/>
                  </a:lnTo>
                  <a:lnTo>
                    <a:pt x="566166" y="216014"/>
                  </a:lnTo>
                  <a:lnTo>
                    <a:pt x="529170" y="245084"/>
                  </a:lnTo>
                  <a:lnTo>
                    <a:pt x="498576" y="273634"/>
                  </a:lnTo>
                  <a:lnTo>
                    <a:pt x="469950" y="311492"/>
                  </a:lnTo>
                  <a:lnTo>
                    <a:pt x="453364" y="350901"/>
                  </a:lnTo>
                  <a:lnTo>
                    <a:pt x="446862" y="394919"/>
                  </a:lnTo>
                  <a:lnTo>
                    <a:pt x="446595" y="406933"/>
                  </a:lnTo>
                  <a:lnTo>
                    <a:pt x="447116" y="417855"/>
                  </a:lnTo>
                  <a:lnTo>
                    <a:pt x="465836" y="452589"/>
                  </a:lnTo>
                  <a:lnTo>
                    <a:pt x="482269" y="455815"/>
                  </a:lnTo>
                  <a:lnTo>
                    <a:pt x="725589" y="455815"/>
                  </a:lnTo>
                  <a:lnTo>
                    <a:pt x="738314" y="424980"/>
                  </a:lnTo>
                  <a:lnTo>
                    <a:pt x="738581" y="418160"/>
                  </a:lnTo>
                  <a:close/>
                </a:path>
              </a:pathLst>
            </a:custGeom>
            <a:solidFill>
              <a:srgbClr val="F0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50639" y="2948043"/>
              <a:ext cx="288290" cy="462915"/>
            </a:xfrm>
            <a:custGeom>
              <a:avLst/>
              <a:gdLst/>
              <a:ahLst/>
              <a:cxnLst/>
              <a:rect l="l" t="t" r="r" b="b"/>
              <a:pathLst>
                <a:path w="288289" h="462914">
                  <a:moveTo>
                    <a:pt x="122209" y="0"/>
                  </a:moveTo>
                  <a:lnTo>
                    <a:pt x="70930" y="2313"/>
                  </a:lnTo>
                  <a:lnTo>
                    <a:pt x="24297" y="15070"/>
                  </a:lnTo>
                  <a:lnTo>
                    <a:pt x="9248" y="46904"/>
                  </a:lnTo>
                  <a:lnTo>
                    <a:pt x="9248" y="54389"/>
                  </a:lnTo>
                  <a:lnTo>
                    <a:pt x="10901" y="60887"/>
                  </a:lnTo>
                  <a:lnTo>
                    <a:pt x="17506" y="71895"/>
                  </a:lnTo>
                  <a:lnTo>
                    <a:pt x="24001" y="74649"/>
                  </a:lnTo>
                  <a:lnTo>
                    <a:pt x="33689" y="74649"/>
                  </a:lnTo>
                  <a:lnTo>
                    <a:pt x="52765" y="74153"/>
                  </a:lnTo>
                  <a:lnTo>
                    <a:pt x="92896" y="71181"/>
                  </a:lnTo>
                  <a:lnTo>
                    <a:pt x="110981" y="70686"/>
                  </a:lnTo>
                  <a:lnTo>
                    <a:pt x="145372" y="73700"/>
                  </a:lnTo>
                  <a:lnTo>
                    <a:pt x="169938" y="82742"/>
                  </a:lnTo>
                  <a:lnTo>
                    <a:pt x="184677" y="97811"/>
                  </a:lnTo>
                  <a:lnTo>
                    <a:pt x="189590" y="118908"/>
                  </a:lnTo>
                  <a:lnTo>
                    <a:pt x="189218" y="129312"/>
                  </a:lnTo>
                  <a:lnTo>
                    <a:pt x="176294" y="166966"/>
                  </a:lnTo>
                  <a:lnTo>
                    <a:pt x="137401" y="186947"/>
                  </a:lnTo>
                  <a:lnTo>
                    <a:pt x="97769" y="189590"/>
                  </a:lnTo>
                  <a:lnTo>
                    <a:pt x="53287" y="189590"/>
                  </a:lnTo>
                  <a:lnTo>
                    <a:pt x="47890" y="192783"/>
                  </a:lnTo>
                  <a:lnTo>
                    <a:pt x="41285" y="205557"/>
                  </a:lnTo>
                  <a:lnTo>
                    <a:pt x="39636" y="213152"/>
                  </a:lnTo>
                  <a:lnTo>
                    <a:pt x="39636" y="221961"/>
                  </a:lnTo>
                  <a:lnTo>
                    <a:pt x="53287" y="256971"/>
                  </a:lnTo>
                  <a:lnTo>
                    <a:pt x="97769" y="256971"/>
                  </a:lnTo>
                  <a:lnTo>
                    <a:pt x="120785" y="257756"/>
                  </a:lnTo>
                  <a:lnTo>
                    <a:pt x="172746" y="269525"/>
                  </a:lnTo>
                  <a:lnTo>
                    <a:pt x="197208" y="302098"/>
                  </a:lnTo>
                  <a:lnTo>
                    <a:pt x="198838" y="319068"/>
                  </a:lnTo>
                  <a:lnTo>
                    <a:pt x="198466" y="329492"/>
                  </a:lnTo>
                  <a:lnTo>
                    <a:pt x="185377" y="367786"/>
                  </a:lnTo>
                  <a:lnTo>
                    <a:pt x="143348" y="388760"/>
                  </a:lnTo>
                  <a:lnTo>
                    <a:pt x="98427" y="391734"/>
                  </a:lnTo>
                  <a:lnTo>
                    <a:pt x="88932" y="391547"/>
                  </a:lnTo>
                  <a:lnTo>
                    <a:pt x="78940" y="390989"/>
                  </a:lnTo>
                  <a:lnTo>
                    <a:pt x="68452" y="390060"/>
                  </a:lnTo>
                  <a:lnTo>
                    <a:pt x="37158" y="386529"/>
                  </a:lnTo>
                  <a:lnTo>
                    <a:pt x="28611" y="385972"/>
                  </a:lnTo>
                  <a:lnTo>
                    <a:pt x="12769" y="385786"/>
                  </a:lnTo>
                  <a:lnTo>
                    <a:pt x="7156" y="389420"/>
                  </a:lnTo>
                  <a:lnTo>
                    <a:pt x="1430" y="403952"/>
                  </a:lnTo>
                  <a:lnTo>
                    <a:pt x="0" y="410889"/>
                  </a:lnTo>
                  <a:lnTo>
                    <a:pt x="0" y="417495"/>
                  </a:lnTo>
                  <a:lnTo>
                    <a:pt x="23348" y="453044"/>
                  </a:lnTo>
                  <a:lnTo>
                    <a:pt x="63417" y="461095"/>
                  </a:lnTo>
                  <a:lnTo>
                    <a:pt x="105034" y="462417"/>
                  </a:lnTo>
                  <a:lnTo>
                    <a:pt x="122704" y="462066"/>
                  </a:lnTo>
                  <a:lnTo>
                    <a:pt x="173735" y="456801"/>
                  </a:lnTo>
                  <a:lnTo>
                    <a:pt x="219006" y="442991"/>
                  </a:lnTo>
                  <a:lnTo>
                    <a:pt x="255070" y="417826"/>
                  </a:lnTo>
                  <a:lnTo>
                    <a:pt x="279472" y="379182"/>
                  </a:lnTo>
                  <a:lnTo>
                    <a:pt x="288018" y="323691"/>
                  </a:lnTo>
                  <a:lnTo>
                    <a:pt x="287667" y="312234"/>
                  </a:lnTo>
                  <a:lnTo>
                    <a:pt x="279305" y="274973"/>
                  </a:lnTo>
                  <a:lnTo>
                    <a:pt x="255318" y="244173"/>
                  </a:lnTo>
                  <a:lnTo>
                    <a:pt x="219130" y="226048"/>
                  </a:lnTo>
                  <a:lnTo>
                    <a:pt x="208086" y="222401"/>
                  </a:lnTo>
                  <a:lnTo>
                    <a:pt x="206766" y="220640"/>
                  </a:lnTo>
                  <a:lnTo>
                    <a:pt x="206766" y="215794"/>
                  </a:lnTo>
                  <a:lnTo>
                    <a:pt x="207867" y="214034"/>
                  </a:lnTo>
                  <a:lnTo>
                    <a:pt x="210066" y="212713"/>
                  </a:lnTo>
                  <a:lnTo>
                    <a:pt x="217829" y="209987"/>
                  </a:lnTo>
                  <a:lnTo>
                    <a:pt x="225262" y="207097"/>
                  </a:lnTo>
                  <a:lnTo>
                    <a:pt x="261926" y="182984"/>
                  </a:lnTo>
                  <a:lnTo>
                    <a:pt x="278625" y="145889"/>
                  </a:lnTo>
                  <a:lnTo>
                    <a:pt x="281411" y="111643"/>
                  </a:lnTo>
                  <a:lnTo>
                    <a:pt x="280709" y="95829"/>
                  </a:lnTo>
                  <a:lnTo>
                    <a:pt x="270183" y="56812"/>
                  </a:lnTo>
                  <a:lnTo>
                    <a:pt x="238144" y="22461"/>
                  </a:lnTo>
                  <a:lnTo>
                    <a:pt x="202100" y="7908"/>
                  </a:lnTo>
                  <a:lnTo>
                    <a:pt x="156807" y="1239"/>
                  </a:lnTo>
                  <a:lnTo>
                    <a:pt x="139941" y="309"/>
                  </a:lnTo>
                  <a:lnTo>
                    <a:pt x="122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53407" y="3605079"/>
              <a:ext cx="1185545" cy="455930"/>
            </a:xfrm>
            <a:custGeom>
              <a:avLst/>
              <a:gdLst/>
              <a:ahLst/>
              <a:cxnLst/>
              <a:rect l="l" t="t" r="r" b="b"/>
              <a:pathLst>
                <a:path w="1185545" h="455929">
                  <a:moveTo>
                    <a:pt x="340868" y="308063"/>
                  </a:moveTo>
                  <a:lnTo>
                    <a:pt x="339763" y="300240"/>
                  </a:lnTo>
                  <a:lnTo>
                    <a:pt x="335356" y="285711"/>
                  </a:lnTo>
                  <a:lnTo>
                    <a:pt x="330517" y="282079"/>
                  </a:lnTo>
                  <a:lnTo>
                    <a:pt x="288899" y="282079"/>
                  </a:lnTo>
                  <a:lnTo>
                    <a:pt x="283832" y="280974"/>
                  </a:lnTo>
                  <a:lnTo>
                    <a:pt x="280314" y="276580"/>
                  </a:lnTo>
                  <a:lnTo>
                    <a:pt x="279425" y="272173"/>
                  </a:lnTo>
                  <a:lnTo>
                    <a:pt x="279425" y="138734"/>
                  </a:lnTo>
                  <a:lnTo>
                    <a:pt x="275361" y="131902"/>
                  </a:lnTo>
                  <a:lnTo>
                    <a:pt x="239128" y="124193"/>
                  </a:lnTo>
                  <a:lnTo>
                    <a:pt x="230276" y="124777"/>
                  </a:lnTo>
                  <a:lnTo>
                    <a:pt x="196964" y="155498"/>
                  </a:lnTo>
                  <a:lnTo>
                    <a:pt x="196189" y="166471"/>
                  </a:lnTo>
                  <a:lnTo>
                    <a:pt x="196189" y="271729"/>
                  </a:lnTo>
                  <a:lnTo>
                    <a:pt x="195199" y="276580"/>
                  </a:lnTo>
                  <a:lnTo>
                    <a:pt x="191236" y="280974"/>
                  </a:lnTo>
                  <a:lnTo>
                    <a:pt x="186283" y="282079"/>
                  </a:lnTo>
                  <a:lnTo>
                    <a:pt x="94462" y="282079"/>
                  </a:lnTo>
                  <a:lnTo>
                    <a:pt x="90170" y="281419"/>
                  </a:lnTo>
                  <a:lnTo>
                    <a:pt x="86207" y="278777"/>
                  </a:lnTo>
                  <a:lnTo>
                    <a:pt x="85217" y="275691"/>
                  </a:lnTo>
                  <a:lnTo>
                    <a:pt x="85217" y="270852"/>
                  </a:lnTo>
                  <a:lnTo>
                    <a:pt x="100444" y="230847"/>
                  </a:lnTo>
                  <a:lnTo>
                    <a:pt x="127698" y="176796"/>
                  </a:lnTo>
                  <a:lnTo>
                    <a:pt x="146812" y="140385"/>
                  </a:lnTo>
                  <a:lnTo>
                    <a:pt x="196189" y="48234"/>
                  </a:lnTo>
                  <a:lnTo>
                    <a:pt x="201041" y="38544"/>
                  </a:lnTo>
                  <a:lnTo>
                    <a:pt x="203454" y="31496"/>
                  </a:lnTo>
                  <a:lnTo>
                    <a:pt x="203454" y="22682"/>
                  </a:lnTo>
                  <a:lnTo>
                    <a:pt x="162280" y="558"/>
                  </a:lnTo>
                  <a:lnTo>
                    <a:pt x="156337" y="0"/>
                  </a:lnTo>
                  <a:lnTo>
                    <a:pt x="150609" y="0"/>
                  </a:lnTo>
                  <a:lnTo>
                    <a:pt x="118579" y="21564"/>
                  </a:lnTo>
                  <a:lnTo>
                    <a:pt x="73406" y="109499"/>
                  </a:lnTo>
                  <a:lnTo>
                    <a:pt x="42608" y="171754"/>
                  </a:lnTo>
                  <a:lnTo>
                    <a:pt x="19405" y="221805"/>
                  </a:lnTo>
                  <a:lnTo>
                    <a:pt x="4622" y="259613"/>
                  </a:lnTo>
                  <a:lnTo>
                    <a:pt x="0" y="303872"/>
                  </a:lnTo>
                  <a:lnTo>
                    <a:pt x="698" y="316611"/>
                  </a:lnTo>
                  <a:lnTo>
                    <a:pt x="24930" y="348551"/>
                  </a:lnTo>
                  <a:lnTo>
                    <a:pt x="43599" y="351434"/>
                  </a:lnTo>
                  <a:lnTo>
                    <a:pt x="185623" y="351434"/>
                  </a:lnTo>
                  <a:lnTo>
                    <a:pt x="190474" y="352539"/>
                  </a:lnTo>
                  <a:lnTo>
                    <a:pt x="193992" y="356946"/>
                  </a:lnTo>
                  <a:lnTo>
                    <a:pt x="194868" y="361569"/>
                  </a:lnTo>
                  <a:lnTo>
                    <a:pt x="194868" y="422998"/>
                  </a:lnTo>
                  <a:lnTo>
                    <a:pt x="195859" y="430060"/>
                  </a:lnTo>
                  <a:lnTo>
                    <a:pt x="230543" y="454494"/>
                  </a:lnTo>
                  <a:lnTo>
                    <a:pt x="241998" y="454494"/>
                  </a:lnTo>
                  <a:lnTo>
                    <a:pt x="278104" y="440182"/>
                  </a:lnTo>
                  <a:lnTo>
                    <a:pt x="279425" y="436003"/>
                  </a:lnTo>
                  <a:lnTo>
                    <a:pt x="279425" y="430707"/>
                  </a:lnTo>
                  <a:lnTo>
                    <a:pt x="279425" y="361137"/>
                  </a:lnTo>
                  <a:lnTo>
                    <a:pt x="280644" y="356400"/>
                  </a:lnTo>
                  <a:lnTo>
                    <a:pt x="285483" y="352437"/>
                  </a:lnTo>
                  <a:lnTo>
                    <a:pt x="290220" y="351434"/>
                  </a:lnTo>
                  <a:lnTo>
                    <a:pt x="329628" y="351434"/>
                  </a:lnTo>
                  <a:lnTo>
                    <a:pt x="334149" y="348792"/>
                  </a:lnTo>
                  <a:lnTo>
                    <a:pt x="338988" y="338226"/>
                  </a:lnTo>
                  <a:lnTo>
                    <a:pt x="340423" y="331851"/>
                  </a:lnTo>
                  <a:lnTo>
                    <a:pt x="340868" y="324358"/>
                  </a:lnTo>
                  <a:lnTo>
                    <a:pt x="340868" y="308063"/>
                  </a:lnTo>
                  <a:close/>
                </a:path>
                <a:path w="1185545" h="455929">
                  <a:moveTo>
                    <a:pt x="1185176" y="305193"/>
                  </a:moveTo>
                  <a:lnTo>
                    <a:pt x="1181087" y="264756"/>
                  </a:lnTo>
                  <a:lnTo>
                    <a:pt x="1159954" y="221411"/>
                  </a:lnTo>
                  <a:lnTo>
                    <a:pt x="1127213" y="198107"/>
                  </a:lnTo>
                  <a:lnTo>
                    <a:pt x="1077252" y="183388"/>
                  </a:lnTo>
                  <a:lnTo>
                    <a:pt x="1032332" y="178930"/>
                  </a:lnTo>
                  <a:lnTo>
                    <a:pt x="1005268" y="178371"/>
                  </a:lnTo>
                  <a:lnTo>
                    <a:pt x="1004392" y="177927"/>
                  </a:lnTo>
                  <a:lnTo>
                    <a:pt x="1002626" y="176161"/>
                  </a:lnTo>
                  <a:lnTo>
                    <a:pt x="1002195" y="174840"/>
                  </a:lnTo>
                  <a:lnTo>
                    <a:pt x="1002195" y="173088"/>
                  </a:lnTo>
                  <a:lnTo>
                    <a:pt x="1002195" y="167360"/>
                  </a:lnTo>
                  <a:lnTo>
                    <a:pt x="1003287" y="144678"/>
                  </a:lnTo>
                  <a:lnTo>
                    <a:pt x="1004062" y="119240"/>
                  </a:lnTo>
                  <a:lnTo>
                    <a:pt x="1005268" y="94576"/>
                  </a:lnTo>
                  <a:lnTo>
                    <a:pt x="1017168" y="72009"/>
                  </a:lnTo>
                  <a:lnTo>
                    <a:pt x="1166685" y="72009"/>
                  </a:lnTo>
                  <a:lnTo>
                    <a:pt x="1172730" y="68160"/>
                  </a:lnTo>
                  <a:lnTo>
                    <a:pt x="1178458" y="52743"/>
                  </a:lnTo>
                  <a:lnTo>
                    <a:pt x="1179893" y="44919"/>
                  </a:lnTo>
                  <a:lnTo>
                    <a:pt x="1179893" y="36995"/>
                  </a:lnTo>
                  <a:lnTo>
                    <a:pt x="1166241" y="0"/>
                  </a:lnTo>
                  <a:lnTo>
                    <a:pt x="962558" y="0"/>
                  </a:lnTo>
                  <a:lnTo>
                    <a:pt x="928458" y="25438"/>
                  </a:lnTo>
                  <a:lnTo>
                    <a:pt x="923772" y="78778"/>
                  </a:lnTo>
                  <a:lnTo>
                    <a:pt x="921283" y="148336"/>
                  </a:lnTo>
                  <a:lnTo>
                    <a:pt x="920280" y="222846"/>
                  </a:lnTo>
                  <a:lnTo>
                    <a:pt x="921931" y="229565"/>
                  </a:lnTo>
                  <a:lnTo>
                    <a:pt x="928535" y="241452"/>
                  </a:lnTo>
                  <a:lnTo>
                    <a:pt x="935253" y="244424"/>
                  </a:lnTo>
                  <a:lnTo>
                    <a:pt x="978408" y="244424"/>
                  </a:lnTo>
                  <a:lnTo>
                    <a:pt x="994575" y="244640"/>
                  </a:lnTo>
                  <a:lnTo>
                    <a:pt x="1034884" y="247726"/>
                  </a:lnTo>
                  <a:lnTo>
                    <a:pt x="1071549" y="258965"/>
                  </a:lnTo>
                  <a:lnTo>
                    <a:pt x="1095832" y="293471"/>
                  </a:lnTo>
                  <a:lnTo>
                    <a:pt x="1097318" y="310489"/>
                  </a:lnTo>
                  <a:lnTo>
                    <a:pt x="1096924" y="321487"/>
                  </a:lnTo>
                  <a:lnTo>
                    <a:pt x="1083195" y="360603"/>
                  </a:lnTo>
                  <a:lnTo>
                    <a:pt x="1050048" y="380326"/>
                  </a:lnTo>
                  <a:lnTo>
                    <a:pt x="1010081" y="384949"/>
                  </a:lnTo>
                  <a:lnTo>
                    <a:pt x="998232" y="385127"/>
                  </a:lnTo>
                  <a:lnTo>
                    <a:pt x="988568" y="384987"/>
                  </a:lnTo>
                  <a:lnTo>
                    <a:pt x="978738" y="384556"/>
                  </a:lnTo>
                  <a:lnTo>
                    <a:pt x="968743" y="383832"/>
                  </a:lnTo>
                  <a:lnTo>
                    <a:pt x="948690" y="381812"/>
                  </a:lnTo>
                  <a:lnTo>
                    <a:pt x="930846" y="380657"/>
                  </a:lnTo>
                  <a:lnTo>
                    <a:pt x="916317" y="380504"/>
                  </a:lnTo>
                  <a:lnTo>
                    <a:pt x="911580" y="383374"/>
                  </a:lnTo>
                  <a:lnTo>
                    <a:pt x="905852" y="394817"/>
                  </a:lnTo>
                  <a:lnTo>
                    <a:pt x="904417" y="402082"/>
                  </a:lnTo>
                  <a:lnTo>
                    <a:pt x="904417" y="410895"/>
                  </a:lnTo>
                  <a:lnTo>
                    <a:pt x="930516" y="447890"/>
                  </a:lnTo>
                  <a:lnTo>
                    <a:pt x="981367" y="455320"/>
                  </a:lnTo>
                  <a:lnTo>
                    <a:pt x="1003515" y="455815"/>
                  </a:lnTo>
                  <a:lnTo>
                    <a:pt x="1024140" y="455422"/>
                  </a:lnTo>
                  <a:lnTo>
                    <a:pt x="1062278" y="452285"/>
                  </a:lnTo>
                  <a:lnTo>
                    <a:pt x="1111110" y="440626"/>
                  </a:lnTo>
                  <a:lnTo>
                    <a:pt x="1147851" y="417207"/>
                  </a:lnTo>
                  <a:lnTo>
                    <a:pt x="1172629" y="380174"/>
                  </a:lnTo>
                  <a:lnTo>
                    <a:pt x="1184389" y="326974"/>
                  </a:lnTo>
                  <a:lnTo>
                    <a:pt x="1185176" y="305193"/>
                  </a:lnTo>
                  <a:close/>
                </a:path>
              </a:pathLst>
            </a:custGeom>
            <a:solidFill>
              <a:srgbClr val="F0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2169" y="5544640"/>
            <a:ext cx="4603115" cy="487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2225" marR="5080" indent="-10160">
              <a:lnSpc>
                <a:spcPts val="1710"/>
              </a:lnSpc>
              <a:spcBef>
                <a:spcPts val="340"/>
              </a:spcBef>
            </a:pP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Nuestros</a:t>
            </a:r>
            <a:r>
              <a:rPr sz="16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desarrollos</a:t>
            </a:r>
            <a:r>
              <a:rPr sz="16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cubren</a:t>
            </a:r>
            <a:r>
              <a:rPr sz="16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6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7%</a:t>
            </a:r>
            <a:r>
              <a:rPr sz="16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6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6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demanda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r>
              <a:rPr sz="16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nacional</a:t>
            </a:r>
            <a:r>
              <a:rPr sz="16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y </a:t>
            </a:r>
            <a:r>
              <a:rPr sz="16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evitan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6643" y="6130511"/>
            <a:ext cx="1844039" cy="593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700" b="1" spc="-135" dirty="0">
                <a:solidFill>
                  <a:srgbClr val="70A648"/>
                </a:solidFill>
                <a:latin typeface="Tahoma"/>
                <a:cs typeface="Tahoma"/>
              </a:rPr>
              <a:t>320.000</a:t>
            </a:r>
            <a:endParaRPr sz="37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2713" y="6204456"/>
            <a:ext cx="1313815" cy="46735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720"/>
              </a:lnSpc>
              <a:spcBef>
                <a:spcPts val="190"/>
              </a:spcBef>
            </a:pPr>
            <a:r>
              <a:rPr sz="1450" spc="-10" dirty="0">
                <a:solidFill>
                  <a:srgbClr val="4D4D4D"/>
                </a:solidFill>
                <a:latin typeface="Microsoft Sans Serif"/>
                <a:cs typeface="Microsoft Sans Serif"/>
              </a:rPr>
              <a:t>toneladas </a:t>
            </a:r>
            <a:r>
              <a:rPr sz="1450" dirty="0">
                <a:solidFill>
                  <a:srgbClr val="4D4D4D"/>
                </a:solidFill>
                <a:latin typeface="Microsoft Sans Serif"/>
                <a:cs typeface="Microsoft Sans Serif"/>
              </a:rPr>
              <a:t>anuales</a:t>
            </a:r>
            <a:r>
              <a:rPr sz="1450" spc="-30" dirty="0">
                <a:solidFill>
                  <a:srgbClr val="4D4D4D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4D4D4D"/>
                </a:solidFill>
                <a:latin typeface="Microsoft Sans Serif"/>
                <a:cs typeface="Microsoft Sans Serif"/>
              </a:rPr>
              <a:t>de</a:t>
            </a:r>
            <a:r>
              <a:rPr sz="1450" spc="-30" dirty="0">
                <a:solidFill>
                  <a:srgbClr val="4D4D4D"/>
                </a:solidFill>
                <a:latin typeface="Microsoft Sans Serif"/>
                <a:cs typeface="Microsoft Sans Serif"/>
              </a:rPr>
              <a:t> </a:t>
            </a:r>
            <a:r>
              <a:rPr sz="1450" spc="-25" dirty="0">
                <a:solidFill>
                  <a:srgbClr val="4D4D4D"/>
                </a:solidFill>
                <a:latin typeface="Microsoft Sans Serif"/>
                <a:cs typeface="Microsoft Sans Serif"/>
              </a:rPr>
              <a:t>CO₂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8797" y="2773540"/>
            <a:ext cx="2072005" cy="71056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9050" marR="5080" indent="-6985">
              <a:lnSpc>
                <a:spcPct val="122600"/>
              </a:lnSpc>
              <a:spcBef>
                <a:spcPts val="280"/>
              </a:spcBef>
            </a:pPr>
            <a:r>
              <a:rPr sz="1300" b="1" spc="-50" dirty="0">
                <a:solidFill>
                  <a:srgbClr val="4D4D4D"/>
                </a:solidFill>
                <a:latin typeface="Tahoma"/>
                <a:cs typeface="Tahoma"/>
              </a:rPr>
              <a:t>Parques</a:t>
            </a:r>
            <a:r>
              <a:rPr sz="1300" b="1" spc="-4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4D4D4D"/>
                </a:solidFill>
                <a:latin typeface="Tahoma"/>
                <a:cs typeface="Tahoma"/>
              </a:rPr>
              <a:t>Eólicos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desarrollados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por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Ingeniería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instalados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1291" y="2955364"/>
            <a:ext cx="697865" cy="4051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6350">
              <a:lnSpc>
                <a:spcPts val="1410"/>
              </a:lnSpc>
              <a:spcBef>
                <a:spcPts val="290"/>
              </a:spcBef>
            </a:pPr>
            <a:r>
              <a:rPr sz="1300" b="1" spc="-65" dirty="0">
                <a:solidFill>
                  <a:srgbClr val="4D4D4D"/>
                </a:solidFill>
                <a:latin typeface="Tahoma"/>
                <a:cs typeface="Tahoma"/>
              </a:rPr>
              <a:t>Potencia </a:t>
            </a:r>
            <a:r>
              <a:rPr sz="1300" b="1" spc="-10" dirty="0">
                <a:solidFill>
                  <a:srgbClr val="4D4D4D"/>
                </a:solidFill>
                <a:latin typeface="Tahoma"/>
                <a:cs typeface="Tahoma"/>
              </a:rPr>
              <a:t>170MW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073" y="1939565"/>
            <a:ext cx="3223260" cy="2501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666666"/>
                </a:solidFill>
                <a:latin typeface="Microsoft Sans Serif"/>
                <a:cs typeface="Microsoft Sans Serif"/>
              </a:rPr>
              <a:t>con</a:t>
            </a:r>
            <a:r>
              <a:rPr sz="145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desarrollos</a:t>
            </a:r>
            <a:r>
              <a:rPr sz="145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45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7</a:t>
            </a:r>
            <a:r>
              <a:rPr sz="145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666666"/>
                </a:solidFill>
                <a:latin typeface="Microsoft Sans Serif"/>
                <a:cs typeface="Microsoft Sans Serif"/>
              </a:rPr>
              <a:t>países</a:t>
            </a:r>
            <a:r>
              <a:rPr sz="145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45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5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LATAM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264" y="300006"/>
            <a:ext cx="38087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3.</a:t>
            </a:r>
            <a:r>
              <a:rPr sz="14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Energías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r>
              <a:rPr sz="14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Estadísticas</a:t>
            </a:r>
            <a:r>
              <a:rPr sz="14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/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89" y="1090886"/>
            <a:ext cx="5565142" cy="79239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095613" y="2241229"/>
            <a:ext cx="4596765" cy="5319395"/>
            <a:chOff x="6095613" y="2241229"/>
            <a:chExt cx="4596765" cy="531939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613" y="2241229"/>
              <a:ext cx="4596386" cy="53187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205175" y="7048846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202"/>
                  </a:lnTo>
                </a:path>
              </a:pathLst>
            </a:custGeom>
            <a:ln w="952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87674" y="7069025"/>
              <a:ext cx="151357" cy="152012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2716851" y="3131405"/>
            <a:ext cx="309245" cy="67310"/>
          </a:xfrm>
          <a:custGeom>
            <a:avLst/>
            <a:gdLst/>
            <a:ahLst/>
            <a:cxnLst/>
            <a:rect l="l" t="t" r="r" b="b"/>
            <a:pathLst>
              <a:path w="309244" h="67310">
                <a:moveTo>
                  <a:pt x="248267" y="0"/>
                </a:moveTo>
                <a:lnTo>
                  <a:pt x="248267" y="66923"/>
                </a:lnTo>
                <a:lnTo>
                  <a:pt x="302554" y="37062"/>
                </a:lnTo>
                <a:lnTo>
                  <a:pt x="253541" y="37062"/>
                </a:lnTo>
                <a:lnTo>
                  <a:pt x="253541" y="29861"/>
                </a:lnTo>
                <a:lnTo>
                  <a:pt x="302554" y="29861"/>
                </a:lnTo>
                <a:lnTo>
                  <a:pt x="248267" y="0"/>
                </a:lnTo>
                <a:close/>
              </a:path>
              <a:path w="309244" h="67310">
                <a:moveTo>
                  <a:pt x="248267" y="29861"/>
                </a:moveTo>
                <a:lnTo>
                  <a:pt x="0" y="29861"/>
                </a:lnTo>
                <a:lnTo>
                  <a:pt x="0" y="37062"/>
                </a:lnTo>
                <a:lnTo>
                  <a:pt x="248267" y="37062"/>
                </a:lnTo>
                <a:lnTo>
                  <a:pt x="248267" y="29861"/>
                </a:lnTo>
                <a:close/>
              </a:path>
              <a:path w="309244" h="67310">
                <a:moveTo>
                  <a:pt x="302554" y="29861"/>
                </a:moveTo>
                <a:lnTo>
                  <a:pt x="253541" y="29861"/>
                </a:lnTo>
                <a:lnTo>
                  <a:pt x="253541" y="37062"/>
                </a:lnTo>
                <a:lnTo>
                  <a:pt x="302554" y="37062"/>
                </a:lnTo>
                <a:lnTo>
                  <a:pt x="309100" y="33461"/>
                </a:lnTo>
                <a:lnTo>
                  <a:pt x="302554" y="29861"/>
                </a:lnTo>
                <a:close/>
              </a:path>
            </a:pathLst>
          </a:custGeom>
          <a:solidFill>
            <a:srgbClr val="70A6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8797" y="4116385"/>
            <a:ext cx="2072005" cy="6330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9050" marR="5080" indent="-6985">
              <a:lnSpc>
                <a:spcPct val="113700"/>
              </a:lnSpc>
              <a:spcBef>
                <a:spcPts val="85"/>
              </a:spcBef>
            </a:pPr>
            <a:r>
              <a:rPr sz="1300" b="1" spc="-50" dirty="0">
                <a:solidFill>
                  <a:srgbClr val="4D4D4D"/>
                </a:solidFill>
                <a:latin typeface="Tahoma"/>
                <a:cs typeface="Tahoma"/>
              </a:rPr>
              <a:t>Parques</a:t>
            </a:r>
            <a:r>
              <a:rPr sz="1300" b="1" spc="-4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4D4D4D"/>
                </a:solidFill>
                <a:latin typeface="Tahoma"/>
                <a:cs typeface="Tahoma"/>
              </a:rPr>
              <a:t>Fotovoltaicos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desarrollados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por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Ingeniería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instalados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21291" y="4158361"/>
            <a:ext cx="697865" cy="4051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6350">
              <a:lnSpc>
                <a:spcPts val="1410"/>
              </a:lnSpc>
              <a:spcBef>
                <a:spcPts val="290"/>
              </a:spcBef>
            </a:pPr>
            <a:r>
              <a:rPr sz="1300" b="1" spc="-65" dirty="0">
                <a:solidFill>
                  <a:srgbClr val="4D4D4D"/>
                </a:solidFill>
                <a:latin typeface="Tahoma"/>
                <a:cs typeface="Tahoma"/>
              </a:rPr>
              <a:t>Potencia </a:t>
            </a:r>
            <a:r>
              <a:rPr sz="1300" b="1" spc="-10" dirty="0">
                <a:solidFill>
                  <a:srgbClr val="4D4D4D"/>
                </a:solidFill>
                <a:latin typeface="Tahoma"/>
                <a:cs typeface="Tahoma"/>
              </a:rPr>
              <a:t>74MWp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16851" y="4341311"/>
            <a:ext cx="309245" cy="67310"/>
          </a:xfrm>
          <a:custGeom>
            <a:avLst/>
            <a:gdLst/>
            <a:ahLst/>
            <a:cxnLst/>
            <a:rect l="l" t="t" r="r" b="b"/>
            <a:pathLst>
              <a:path w="309244" h="67310">
                <a:moveTo>
                  <a:pt x="248267" y="0"/>
                </a:moveTo>
                <a:lnTo>
                  <a:pt x="248267" y="66923"/>
                </a:lnTo>
                <a:lnTo>
                  <a:pt x="302554" y="37062"/>
                </a:lnTo>
                <a:lnTo>
                  <a:pt x="253541" y="37062"/>
                </a:lnTo>
                <a:lnTo>
                  <a:pt x="253541" y="29861"/>
                </a:lnTo>
                <a:lnTo>
                  <a:pt x="302554" y="29861"/>
                </a:lnTo>
                <a:lnTo>
                  <a:pt x="248267" y="0"/>
                </a:lnTo>
                <a:close/>
              </a:path>
              <a:path w="309244" h="67310">
                <a:moveTo>
                  <a:pt x="248267" y="29861"/>
                </a:moveTo>
                <a:lnTo>
                  <a:pt x="0" y="29861"/>
                </a:lnTo>
                <a:lnTo>
                  <a:pt x="0" y="37062"/>
                </a:lnTo>
                <a:lnTo>
                  <a:pt x="248267" y="37062"/>
                </a:lnTo>
                <a:lnTo>
                  <a:pt x="248267" y="29861"/>
                </a:lnTo>
                <a:close/>
              </a:path>
              <a:path w="309244" h="67310">
                <a:moveTo>
                  <a:pt x="302554" y="29861"/>
                </a:moveTo>
                <a:lnTo>
                  <a:pt x="253541" y="29861"/>
                </a:lnTo>
                <a:lnTo>
                  <a:pt x="253541" y="37062"/>
                </a:lnTo>
                <a:lnTo>
                  <a:pt x="302554" y="37062"/>
                </a:lnTo>
                <a:lnTo>
                  <a:pt x="309100" y="33461"/>
                </a:lnTo>
                <a:lnTo>
                  <a:pt x="302554" y="29861"/>
                </a:lnTo>
                <a:close/>
              </a:path>
            </a:pathLst>
          </a:custGeom>
          <a:solidFill>
            <a:srgbClr val="70A64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19" name="object 19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243858" y="7038499"/>
            <a:ext cx="193040" cy="20891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11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264" y="300006"/>
            <a:ext cx="4150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3.</a:t>
            </a:r>
            <a:r>
              <a:rPr sz="14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Energías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5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 Greenpower /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LATAM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94389" y="1094569"/>
            <a:ext cx="8107680" cy="5614670"/>
            <a:chOff x="594389" y="1094569"/>
            <a:chExt cx="8107680" cy="56146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89" y="1094569"/>
              <a:ext cx="2017996" cy="7183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9058" y="1164819"/>
              <a:ext cx="4812785" cy="554430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43861" y="7044506"/>
            <a:ext cx="1930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12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10" name="object 10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791527" y="302316"/>
            <a:ext cx="846455" cy="596265"/>
            <a:chOff x="8791527" y="302316"/>
            <a:chExt cx="846455" cy="59626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1527" y="777743"/>
              <a:ext cx="838338" cy="12083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91527" y="302316"/>
              <a:ext cx="846377" cy="43480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749465" y="1903384"/>
            <a:ext cx="29972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b="1" spc="-20" dirty="0">
                <a:solidFill>
                  <a:srgbClr val="FFFFFF"/>
                </a:solidFill>
                <a:latin typeface="Tahoma"/>
                <a:cs typeface="Tahoma"/>
              </a:rPr>
              <a:t>México</a:t>
            </a:r>
            <a:endParaRPr sz="6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60869" y="5070153"/>
            <a:ext cx="41529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b="1" spc="-20" dirty="0">
                <a:solidFill>
                  <a:srgbClr val="FFFFFF"/>
                </a:solidFill>
                <a:latin typeface="Tahoma"/>
                <a:cs typeface="Tahoma"/>
              </a:rPr>
              <a:t>Argentina</a:t>
            </a:r>
            <a:endParaRPr sz="6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68673" y="2812290"/>
            <a:ext cx="39497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b="1" spc="-20" dirty="0">
                <a:solidFill>
                  <a:srgbClr val="FFFFFF"/>
                </a:solidFill>
                <a:latin typeface="Tahoma"/>
                <a:cs typeface="Tahoma"/>
              </a:rPr>
              <a:t>Colombia</a:t>
            </a:r>
            <a:endParaRPr sz="6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47507" y="3792556"/>
            <a:ext cx="20574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b="1" spc="-20" dirty="0">
                <a:solidFill>
                  <a:srgbClr val="FFFFFF"/>
                </a:solidFill>
                <a:latin typeface="Tahoma"/>
                <a:cs typeface="Tahoma"/>
              </a:rPr>
              <a:t>Perú</a:t>
            </a:r>
            <a:endParaRPr sz="65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21989" y="1619352"/>
            <a:ext cx="5368925" cy="5382895"/>
            <a:chOff x="4121989" y="1619352"/>
            <a:chExt cx="5368925" cy="538289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47226" y="6537891"/>
              <a:ext cx="744437" cy="46376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9752" y="5835413"/>
              <a:ext cx="658846" cy="44868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69673" y="1619352"/>
              <a:ext cx="603480" cy="44247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83393" y="4755326"/>
              <a:ext cx="907491" cy="3171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98157" y="3913527"/>
              <a:ext cx="382689" cy="55286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21989" y="2217845"/>
              <a:ext cx="535524" cy="44479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1605" y="4816723"/>
              <a:ext cx="726673" cy="40107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11605" y="5465119"/>
              <a:ext cx="726680" cy="4034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278083" y="4968992"/>
            <a:ext cx="217804" cy="125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Chile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58010" y="2681215"/>
            <a:ext cx="65595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100</a:t>
            </a:r>
            <a:r>
              <a:rPr sz="65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sz="65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200</a:t>
            </a:r>
            <a:r>
              <a:rPr sz="65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MWp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36165" y="1857924"/>
            <a:ext cx="2907030" cy="4805680"/>
            <a:chOff x="4536165" y="1857924"/>
            <a:chExt cx="2907030" cy="4805680"/>
          </a:xfrm>
        </p:grpSpPr>
        <p:sp>
          <p:nvSpPr>
            <p:cNvPr id="34" name="object 34"/>
            <p:cNvSpPr/>
            <p:nvPr/>
          </p:nvSpPr>
          <p:spPr>
            <a:xfrm>
              <a:off x="4539340" y="1861099"/>
              <a:ext cx="173990" cy="321310"/>
            </a:xfrm>
            <a:custGeom>
              <a:avLst/>
              <a:gdLst/>
              <a:ahLst/>
              <a:cxnLst/>
              <a:rect l="l" t="t" r="r" b="b"/>
              <a:pathLst>
                <a:path w="173989" h="321310">
                  <a:moveTo>
                    <a:pt x="0" y="321263"/>
                  </a:moveTo>
                  <a:lnTo>
                    <a:pt x="173369" y="0"/>
                  </a:lnTo>
                </a:path>
              </a:pathLst>
            </a:custGeom>
            <a:ln w="6308">
              <a:solidFill>
                <a:srgbClr val="F58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07680" y="2248826"/>
              <a:ext cx="2018664" cy="4411980"/>
            </a:xfrm>
            <a:custGeom>
              <a:avLst/>
              <a:gdLst/>
              <a:ahLst/>
              <a:cxnLst/>
              <a:rect l="l" t="t" r="r" b="b"/>
              <a:pathLst>
                <a:path w="2018665" h="4411980">
                  <a:moveTo>
                    <a:pt x="1655264" y="3643851"/>
                  </a:moveTo>
                  <a:lnTo>
                    <a:pt x="1872088" y="3716821"/>
                  </a:lnTo>
                </a:path>
                <a:path w="2018665" h="4411980">
                  <a:moveTo>
                    <a:pt x="1745925" y="3362834"/>
                  </a:moveTo>
                  <a:lnTo>
                    <a:pt x="78877" y="3507204"/>
                  </a:lnTo>
                </a:path>
                <a:path w="2018665" h="4411980">
                  <a:moveTo>
                    <a:pt x="1745925" y="3362834"/>
                  </a:moveTo>
                  <a:lnTo>
                    <a:pt x="0" y="3073092"/>
                  </a:lnTo>
                </a:path>
                <a:path w="2018665" h="4411980">
                  <a:moveTo>
                    <a:pt x="1639778" y="3765181"/>
                  </a:moveTo>
                  <a:lnTo>
                    <a:pt x="2018445" y="4411462"/>
                  </a:lnTo>
                </a:path>
                <a:path w="2018665" h="4411980">
                  <a:moveTo>
                    <a:pt x="1319859" y="286340"/>
                  </a:moveTo>
                  <a:lnTo>
                    <a:pt x="1271877" y="0"/>
                  </a:lnTo>
                </a:path>
              </a:pathLst>
            </a:custGeom>
            <a:ln w="6309">
              <a:solidFill>
                <a:srgbClr val="F58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399705" y="4972759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1452" y="0"/>
                  </a:moveTo>
                  <a:lnTo>
                    <a:pt x="13102" y="1685"/>
                  </a:lnTo>
                  <a:lnTo>
                    <a:pt x="6283" y="6282"/>
                  </a:lnTo>
                  <a:lnTo>
                    <a:pt x="1685" y="13101"/>
                  </a:lnTo>
                  <a:lnTo>
                    <a:pt x="0" y="21451"/>
                  </a:lnTo>
                  <a:lnTo>
                    <a:pt x="1685" y="29804"/>
                  </a:lnTo>
                  <a:lnTo>
                    <a:pt x="6283" y="36624"/>
                  </a:lnTo>
                  <a:lnTo>
                    <a:pt x="13102" y="41222"/>
                  </a:lnTo>
                  <a:lnTo>
                    <a:pt x="21452" y="42908"/>
                  </a:lnTo>
                  <a:lnTo>
                    <a:pt x="29805" y="41222"/>
                  </a:lnTo>
                  <a:lnTo>
                    <a:pt x="36625" y="36624"/>
                  </a:lnTo>
                  <a:lnTo>
                    <a:pt x="41223" y="29804"/>
                  </a:lnTo>
                  <a:lnTo>
                    <a:pt x="42909" y="21451"/>
                  </a:lnTo>
                  <a:lnTo>
                    <a:pt x="41223" y="13101"/>
                  </a:lnTo>
                  <a:lnTo>
                    <a:pt x="36625" y="6282"/>
                  </a:lnTo>
                  <a:lnTo>
                    <a:pt x="29805" y="1685"/>
                  </a:lnTo>
                  <a:lnTo>
                    <a:pt x="21452" y="0"/>
                  </a:lnTo>
                  <a:close/>
                </a:path>
              </a:pathLst>
            </a:custGeom>
            <a:solidFill>
              <a:srgbClr val="F58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13060" y="5979732"/>
              <a:ext cx="68591" cy="6859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28551" y="5858401"/>
              <a:ext cx="68590" cy="6859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19210" y="5577396"/>
              <a:ext cx="68590" cy="6859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60775" y="5486947"/>
              <a:ext cx="68591" cy="6859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98078" y="2510804"/>
              <a:ext cx="68591" cy="6859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100619" y="6333225"/>
            <a:ext cx="55880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50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- </a:t>
            </a: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100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27460" y="7024280"/>
            <a:ext cx="55880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50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- </a:t>
            </a: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100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10398" y="2087885"/>
            <a:ext cx="445134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105,4</a:t>
            </a:r>
            <a:r>
              <a:rPr sz="65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95194" y="5895194"/>
            <a:ext cx="55880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- </a:t>
            </a: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100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91098" y="5241463"/>
            <a:ext cx="37338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200</a:t>
            </a:r>
            <a:r>
              <a:rPr sz="650" spc="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675848" y="1824476"/>
            <a:ext cx="2713990" cy="3194685"/>
          </a:xfrm>
          <a:custGeom>
            <a:avLst/>
            <a:gdLst/>
            <a:ahLst/>
            <a:cxnLst/>
            <a:rect l="l" t="t" r="r" b="b"/>
            <a:pathLst>
              <a:path w="2713990" h="3194685">
                <a:moveTo>
                  <a:pt x="73507" y="0"/>
                </a:moveTo>
                <a:lnTo>
                  <a:pt x="0" y="0"/>
                </a:lnTo>
                <a:lnTo>
                  <a:pt x="0" y="73507"/>
                </a:lnTo>
                <a:lnTo>
                  <a:pt x="73507" y="73507"/>
                </a:lnTo>
                <a:lnTo>
                  <a:pt x="73507" y="0"/>
                </a:lnTo>
                <a:close/>
              </a:path>
              <a:path w="2713990" h="3194685">
                <a:moveTo>
                  <a:pt x="2713393" y="3157791"/>
                </a:moveTo>
                <a:lnTo>
                  <a:pt x="2676817" y="3157791"/>
                </a:lnTo>
                <a:lnTo>
                  <a:pt x="2676817" y="3194380"/>
                </a:lnTo>
                <a:lnTo>
                  <a:pt x="2713393" y="3194380"/>
                </a:lnTo>
                <a:lnTo>
                  <a:pt x="2713393" y="3157791"/>
                </a:lnTo>
                <a:close/>
              </a:path>
            </a:pathLst>
          </a:custGeom>
          <a:solidFill>
            <a:srgbClr val="F58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503955" y="5213213"/>
            <a:ext cx="346710" cy="125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552993" y="5588499"/>
            <a:ext cx="86296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150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MWp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+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150</a:t>
            </a:r>
            <a:r>
              <a:rPr sz="650" spc="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88741" y="5092272"/>
            <a:ext cx="55880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50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- </a:t>
            </a: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100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89877" y="4494834"/>
            <a:ext cx="60388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60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- </a:t>
            </a: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120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MWp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608652" y="4674928"/>
            <a:ext cx="2932430" cy="2213610"/>
            <a:chOff x="5608652" y="4674928"/>
            <a:chExt cx="2932430" cy="2213610"/>
          </a:xfrm>
        </p:grpSpPr>
        <p:sp>
          <p:nvSpPr>
            <p:cNvPr id="53" name="object 53"/>
            <p:cNvSpPr/>
            <p:nvPr/>
          </p:nvSpPr>
          <p:spPr>
            <a:xfrm>
              <a:off x="7370823" y="4678103"/>
              <a:ext cx="1166495" cy="363220"/>
            </a:xfrm>
            <a:custGeom>
              <a:avLst/>
              <a:gdLst/>
              <a:ahLst/>
              <a:cxnLst/>
              <a:rect l="l" t="t" r="r" b="b"/>
              <a:pathLst>
                <a:path w="1166495" h="363220">
                  <a:moveTo>
                    <a:pt x="53826" y="316901"/>
                  </a:moveTo>
                  <a:lnTo>
                    <a:pt x="1166485" y="362867"/>
                  </a:lnTo>
                </a:path>
                <a:path w="1166495" h="363220">
                  <a:moveTo>
                    <a:pt x="0" y="322320"/>
                  </a:moveTo>
                  <a:lnTo>
                    <a:pt x="1089539" y="0"/>
                  </a:lnTo>
                </a:path>
              </a:pathLst>
            </a:custGeom>
            <a:ln w="6308">
              <a:solidFill>
                <a:srgbClr val="F58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08652" y="6576240"/>
              <a:ext cx="632169" cy="31229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263435" y="6006737"/>
              <a:ext cx="410845" cy="513715"/>
            </a:xfrm>
            <a:custGeom>
              <a:avLst/>
              <a:gdLst/>
              <a:ahLst/>
              <a:cxnLst/>
              <a:rect l="l" t="t" r="r" b="b"/>
              <a:pathLst>
                <a:path w="410845" h="513715">
                  <a:moveTo>
                    <a:pt x="410848" y="0"/>
                  </a:moveTo>
                  <a:lnTo>
                    <a:pt x="0" y="513312"/>
                  </a:lnTo>
                </a:path>
              </a:pathLst>
            </a:custGeom>
            <a:ln w="6309">
              <a:solidFill>
                <a:srgbClr val="A7CF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39893" y="5972457"/>
              <a:ext cx="68597" cy="68601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5757807" y="6916875"/>
            <a:ext cx="32131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24</a:t>
            </a:r>
            <a:r>
              <a:rPr sz="65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353961" y="4042800"/>
            <a:ext cx="2659380" cy="1002665"/>
            <a:chOff x="7353961" y="4042800"/>
            <a:chExt cx="2659380" cy="1002665"/>
          </a:xfrm>
        </p:grpSpPr>
        <p:sp>
          <p:nvSpPr>
            <p:cNvPr id="59" name="object 59"/>
            <p:cNvSpPr/>
            <p:nvPr/>
          </p:nvSpPr>
          <p:spPr>
            <a:xfrm>
              <a:off x="7353961" y="500854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36589" y="0"/>
                  </a:moveTo>
                  <a:lnTo>
                    <a:pt x="0" y="0"/>
                  </a:lnTo>
                  <a:lnTo>
                    <a:pt x="0" y="36589"/>
                  </a:lnTo>
                  <a:lnTo>
                    <a:pt x="36589" y="36589"/>
                  </a:lnTo>
                  <a:lnTo>
                    <a:pt x="36589" y="0"/>
                  </a:lnTo>
                  <a:close/>
                </a:path>
              </a:pathLst>
            </a:custGeom>
            <a:solidFill>
              <a:srgbClr val="A7CF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515630" y="4042800"/>
              <a:ext cx="497528" cy="435128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9584069" y="4500987"/>
            <a:ext cx="36703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57</a:t>
            </a:r>
            <a:r>
              <a:rPr sz="65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MWp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7369153" y="4604965"/>
            <a:ext cx="2165350" cy="1271905"/>
            <a:chOff x="7369153" y="4604965"/>
            <a:chExt cx="2165350" cy="1271905"/>
          </a:xfrm>
        </p:grpSpPr>
        <p:sp>
          <p:nvSpPr>
            <p:cNvPr id="63" name="object 63"/>
            <p:cNvSpPr/>
            <p:nvPr/>
          </p:nvSpPr>
          <p:spPr>
            <a:xfrm>
              <a:off x="7372328" y="4608140"/>
              <a:ext cx="2159000" cy="419100"/>
            </a:xfrm>
            <a:custGeom>
              <a:avLst/>
              <a:gdLst/>
              <a:ahLst/>
              <a:cxnLst/>
              <a:rect l="l" t="t" r="r" b="b"/>
              <a:pathLst>
                <a:path w="2159000" h="419100">
                  <a:moveTo>
                    <a:pt x="0" y="418853"/>
                  </a:moveTo>
                  <a:lnTo>
                    <a:pt x="2158811" y="0"/>
                  </a:lnTo>
                </a:path>
              </a:pathLst>
            </a:custGeom>
            <a:ln w="6308">
              <a:solidFill>
                <a:srgbClr val="A7CF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523020" y="5062139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1460" y="0"/>
                  </a:moveTo>
                  <a:lnTo>
                    <a:pt x="13107" y="1685"/>
                  </a:lnTo>
                  <a:lnTo>
                    <a:pt x="6285" y="6283"/>
                  </a:lnTo>
                  <a:lnTo>
                    <a:pt x="1686" y="13104"/>
                  </a:lnTo>
                  <a:lnTo>
                    <a:pt x="0" y="21456"/>
                  </a:lnTo>
                  <a:lnTo>
                    <a:pt x="1686" y="29808"/>
                  </a:lnTo>
                  <a:lnTo>
                    <a:pt x="6285" y="36628"/>
                  </a:lnTo>
                  <a:lnTo>
                    <a:pt x="13107" y="41226"/>
                  </a:lnTo>
                  <a:lnTo>
                    <a:pt x="21460" y="42912"/>
                  </a:lnTo>
                  <a:lnTo>
                    <a:pt x="29811" y="41226"/>
                  </a:lnTo>
                  <a:lnTo>
                    <a:pt x="36631" y="36628"/>
                  </a:lnTo>
                  <a:lnTo>
                    <a:pt x="41229" y="29808"/>
                  </a:lnTo>
                  <a:lnTo>
                    <a:pt x="42915" y="21456"/>
                  </a:lnTo>
                  <a:lnTo>
                    <a:pt x="41229" y="13104"/>
                  </a:lnTo>
                  <a:lnTo>
                    <a:pt x="36631" y="6283"/>
                  </a:lnTo>
                  <a:lnTo>
                    <a:pt x="29811" y="1685"/>
                  </a:lnTo>
                  <a:lnTo>
                    <a:pt x="21460" y="0"/>
                  </a:lnTo>
                  <a:close/>
                </a:path>
              </a:pathLst>
            </a:custGeom>
            <a:solidFill>
              <a:srgbClr val="A7CF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544548" y="5083755"/>
              <a:ext cx="1148080" cy="389890"/>
            </a:xfrm>
            <a:custGeom>
              <a:avLst/>
              <a:gdLst/>
              <a:ahLst/>
              <a:cxnLst/>
              <a:rect l="l" t="t" r="r" b="b"/>
              <a:pathLst>
                <a:path w="1148079" h="389889">
                  <a:moveTo>
                    <a:pt x="0" y="0"/>
                  </a:moveTo>
                  <a:lnTo>
                    <a:pt x="1147638" y="389541"/>
                  </a:lnTo>
                </a:path>
              </a:pathLst>
            </a:custGeom>
            <a:ln w="6308">
              <a:solidFill>
                <a:srgbClr val="A7CF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805208" y="5385617"/>
              <a:ext cx="499135" cy="490842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8897311" y="5902247"/>
            <a:ext cx="32131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52</a:t>
            </a:r>
            <a:r>
              <a:rPr sz="65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424763" y="5048344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1455" y="0"/>
                </a:moveTo>
                <a:lnTo>
                  <a:pt x="13104" y="1685"/>
                </a:lnTo>
                <a:lnTo>
                  <a:pt x="6284" y="6283"/>
                </a:lnTo>
                <a:lnTo>
                  <a:pt x="1686" y="13103"/>
                </a:lnTo>
                <a:lnTo>
                  <a:pt x="0" y="21455"/>
                </a:lnTo>
                <a:lnTo>
                  <a:pt x="1686" y="29807"/>
                </a:lnTo>
                <a:lnTo>
                  <a:pt x="6284" y="36628"/>
                </a:lnTo>
                <a:lnTo>
                  <a:pt x="13104" y="41226"/>
                </a:lnTo>
                <a:lnTo>
                  <a:pt x="21455" y="42912"/>
                </a:lnTo>
                <a:lnTo>
                  <a:pt x="29807" y="41226"/>
                </a:lnTo>
                <a:lnTo>
                  <a:pt x="36628" y="36628"/>
                </a:lnTo>
                <a:lnTo>
                  <a:pt x="41226" y="29807"/>
                </a:lnTo>
                <a:lnTo>
                  <a:pt x="42912" y="21455"/>
                </a:lnTo>
                <a:lnTo>
                  <a:pt x="41226" y="13103"/>
                </a:lnTo>
                <a:lnTo>
                  <a:pt x="36628" y="6283"/>
                </a:lnTo>
                <a:lnTo>
                  <a:pt x="29807" y="1685"/>
                </a:lnTo>
                <a:lnTo>
                  <a:pt x="21455" y="0"/>
                </a:lnTo>
                <a:close/>
              </a:path>
            </a:pathLst>
          </a:custGeom>
          <a:solidFill>
            <a:srgbClr val="A7CF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9435903" y="6510470"/>
            <a:ext cx="37338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118</a:t>
            </a:r>
            <a:r>
              <a:rPr sz="650" spc="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7341662" y="5052593"/>
            <a:ext cx="2762250" cy="1430020"/>
            <a:chOff x="7341662" y="5052593"/>
            <a:chExt cx="2762250" cy="1430020"/>
          </a:xfrm>
        </p:grpSpPr>
        <p:pic>
          <p:nvPicPr>
            <p:cNvPr id="71" name="object 7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201239" y="6154570"/>
              <a:ext cx="902390" cy="3278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7360029" y="5071043"/>
              <a:ext cx="222250" cy="387985"/>
            </a:xfrm>
            <a:custGeom>
              <a:avLst/>
              <a:gdLst/>
              <a:ahLst/>
              <a:cxnLst/>
              <a:rect l="l" t="t" r="r" b="b"/>
              <a:pathLst>
                <a:path w="222250" h="387985">
                  <a:moveTo>
                    <a:pt x="222205" y="387405"/>
                  </a:moveTo>
                  <a:lnTo>
                    <a:pt x="0" y="0"/>
                  </a:lnTo>
                </a:path>
              </a:pathLst>
            </a:custGeom>
            <a:ln w="6308">
              <a:solidFill>
                <a:srgbClr val="A7CF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341662" y="5052593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36591" y="0"/>
                  </a:moveTo>
                  <a:lnTo>
                    <a:pt x="0" y="0"/>
                  </a:lnTo>
                  <a:lnTo>
                    <a:pt x="0" y="36589"/>
                  </a:lnTo>
                  <a:lnTo>
                    <a:pt x="36591" y="36589"/>
                  </a:lnTo>
                  <a:lnTo>
                    <a:pt x="36591" y="0"/>
                  </a:lnTo>
                  <a:close/>
                </a:path>
              </a:pathLst>
            </a:custGeom>
            <a:solidFill>
              <a:srgbClr val="A7CF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502908" y="5488110"/>
              <a:ext cx="955510" cy="360206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7932387" y="5773177"/>
            <a:ext cx="36703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17</a:t>
            </a:r>
            <a:r>
              <a:rPr sz="65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MWp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7443118" y="5010832"/>
            <a:ext cx="2134870" cy="1231900"/>
            <a:chOff x="7443118" y="5010832"/>
            <a:chExt cx="2134870" cy="1231900"/>
          </a:xfrm>
        </p:grpSpPr>
        <p:sp>
          <p:nvSpPr>
            <p:cNvPr id="77" name="object 77"/>
            <p:cNvSpPr/>
            <p:nvPr/>
          </p:nvSpPr>
          <p:spPr>
            <a:xfrm>
              <a:off x="7446293" y="5069957"/>
              <a:ext cx="1570990" cy="1169670"/>
            </a:xfrm>
            <a:custGeom>
              <a:avLst/>
              <a:gdLst/>
              <a:ahLst/>
              <a:cxnLst/>
              <a:rect l="l" t="t" r="r" b="b"/>
              <a:pathLst>
                <a:path w="1570990" h="1169670">
                  <a:moveTo>
                    <a:pt x="1570750" y="1169457"/>
                  </a:moveTo>
                  <a:lnTo>
                    <a:pt x="1048102" y="480591"/>
                  </a:lnTo>
                  <a:lnTo>
                    <a:pt x="0" y="0"/>
                  </a:lnTo>
                </a:path>
              </a:pathLst>
            </a:custGeom>
            <a:ln w="6308">
              <a:solidFill>
                <a:srgbClr val="A7CF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468138" y="5034682"/>
              <a:ext cx="2106930" cy="367030"/>
            </a:xfrm>
            <a:custGeom>
              <a:avLst/>
              <a:gdLst/>
              <a:ahLst/>
              <a:cxnLst/>
              <a:rect l="l" t="t" r="r" b="b"/>
              <a:pathLst>
                <a:path w="2106929" h="367029">
                  <a:moveTo>
                    <a:pt x="0" y="0"/>
                  </a:moveTo>
                  <a:lnTo>
                    <a:pt x="2106618" y="366492"/>
                  </a:lnTo>
                </a:path>
              </a:pathLst>
            </a:custGeom>
            <a:ln w="6308">
              <a:solidFill>
                <a:srgbClr val="F58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449293" y="5010832"/>
              <a:ext cx="52069" cy="42545"/>
            </a:xfrm>
            <a:custGeom>
              <a:avLst/>
              <a:gdLst/>
              <a:ahLst/>
              <a:cxnLst/>
              <a:rect l="l" t="t" r="r" b="b"/>
              <a:pathLst>
                <a:path w="52070" h="42545">
                  <a:moveTo>
                    <a:pt x="25938" y="0"/>
                  </a:moveTo>
                  <a:lnTo>
                    <a:pt x="0" y="42115"/>
                  </a:lnTo>
                  <a:lnTo>
                    <a:pt x="51871" y="42115"/>
                  </a:lnTo>
                  <a:lnTo>
                    <a:pt x="25938" y="0"/>
                  </a:lnTo>
                  <a:close/>
                </a:path>
              </a:pathLst>
            </a:custGeom>
            <a:solidFill>
              <a:srgbClr val="F58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5525673" y="4913244"/>
            <a:ext cx="558800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75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75" dirty="0">
                <a:solidFill>
                  <a:srgbClr val="666666"/>
                </a:solidFill>
                <a:latin typeface="Microsoft Sans Serif"/>
                <a:cs typeface="Microsoft Sans Serif"/>
              </a:rPr>
              <a:t>- </a:t>
            </a:r>
            <a:r>
              <a:rPr sz="650" dirty="0">
                <a:solidFill>
                  <a:srgbClr val="666666"/>
                </a:solidFill>
                <a:latin typeface="Microsoft Sans Serif"/>
                <a:cs typeface="Microsoft Sans Serif"/>
              </a:rPr>
              <a:t>100</a:t>
            </a:r>
            <a:r>
              <a:rPr sz="650" spc="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65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MW</a:t>
            </a:r>
            <a:endParaRPr sz="650">
              <a:latin typeface="Microsoft Sans Serif"/>
              <a:cs typeface="Microsoft Sans Serif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594389" y="847170"/>
            <a:ext cx="9659620" cy="5878830"/>
            <a:chOff x="594389" y="847170"/>
            <a:chExt cx="9659620" cy="5878830"/>
          </a:xfrm>
        </p:grpSpPr>
        <p:sp>
          <p:nvSpPr>
            <p:cNvPr id="82" name="object 82"/>
            <p:cNvSpPr/>
            <p:nvPr/>
          </p:nvSpPr>
          <p:spPr>
            <a:xfrm>
              <a:off x="6017470" y="5078817"/>
              <a:ext cx="478155" cy="442595"/>
            </a:xfrm>
            <a:custGeom>
              <a:avLst/>
              <a:gdLst/>
              <a:ahLst/>
              <a:cxnLst/>
              <a:rect l="l" t="t" r="r" b="b"/>
              <a:pathLst>
                <a:path w="478154" h="442595">
                  <a:moveTo>
                    <a:pt x="477803" y="442395"/>
                  </a:moveTo>
                  <a:lnTo>
                    <a:pt x="0" y="0"/>
                  </a:lnTo>
                </a:path>
              </a:pathLst>
            </a:custGeom>
            <a:ln w="4546">
              <a:solidFill>
                <a:srgbClr val="F58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736208" y="4893584"/>
              <a:ext cx="517729" cy="59367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624781" y="1610909"/>
              <a:ext cx="1457946" cy="583498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772485" y="1680764"/>
              <a:ext cx="1312898" cy="52544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20153" y="847170"/>
              <a:ext cx="1426834" cy="571049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187393" y="1594479"/>
              <a:ext cx="2023110" cy="1910714"/>
            </a:xfrm>
            <a:custGeom>
              <a:avLst/>
              <a:gdLst/>
              <a:ahLst/>
              <a:cxnLst/>
              <a:rect l="l" t="t" r="r" b="b"/>
              <a:pathLst>
                <a:path w="2023110" h="1910714">
                  <a:moveTo>
                    <a:pt x="94284" y="76555"/>
                  </a:moveTo>
                  <a:lnTo>
                    <a:pt x="47142" y="0"/>
                  </a:lnTo>
                  <a:lnTo>
                    <a:pt x="0" y="76555"/>
                  </a:lnTo>
                  <a:lnTo>
                    <a:pt x="94284" y="76555"/>
                  </a:lnTo>
                  <a:close/>
                </a:path>
                <a:path w="2023110" h="1910714">
                  <a:moveTo>
                    <a:pt x="828497" y="109778"/>
                  </a:moveTo>
                  <a:lnTo>
                    <a:pt x="781354" y="33223"/>
                  </a:lnTo>
                  <a:lnTo>
                    <a:pt x="734199" y="109778"/>
                  </a:lnTo>
                  <a:lnTo>
                    <a:pt x="828497" y="109778"/>
                  </a:lnTo>
                  <a:close/>
                </a:path>
                <a:path w="2023110" h="1910714">
                  <a:moveTo>
                    <a:pt x="2022995" y="1910257"/>
                  </a:moveTo>
                  <a:lnTo>
                    <a:pt x="1975853" y="1833689"/>
                  </a:lnTo>
                  <a:lnTo>
                    <a:pt x="1928698" y="1910257"/>
                  </a:lnTo>
                  <a:lnTo>
                    <a:pt x="2022995" y="1910257"/>
                  </a:lnTo>
                  <a:close/>
                </a:path>
              </a:pathLst>
            </a:custGeom>
            <a:solidFill>
              <a:srgbClr val="F58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838725" y="1468488"/>
              <a:ext cx="1532255" cy="387350"/>
            </a:xfrm>
            <a:custGeom>
              <a:avLst/>
              <a:gdLst/>
              <a:ahLst/>
              <a:cxnLst/>
              <a:rect l="l" t="t" r="r" b="b"/>
              <a:pathLst>
                <a:path w="1532254" h="387350">
                  <a:moveTo>
                    <a:pt x="1142873" y="204020"/>
                  </a:moveTo>
                  <a:lnTo>
                    <a:pt x="1531779" y="0"/>
                  </a:lnTo>
                </a:path>
                <a:path w="1532254" h="387350">
                  <a:moveTo>
                    <a:pt x="0" y="386742"/>
                  </a:moveTo>
                  <a:lnTo>
                    <a:pt x="388905" y="182725"/>
                  </a:lnTo>
                </a:path>
              </a:pathLst>
            </a:custGeom>
            <a:ln w="6308">
              <a:solidFill>
                <a:srgbClr val="F58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494846" y="2400036"/>
              <a:ext cx="94615" cy="76835"/>
            </a:xfrm>
            <a:custGeom>
              <a:avLst/>
              <a:gdLst/>
              <a:ahLst/>
              <a:cxnLst/>
              <a:rect l="l" t="t" r="r" b="b"/>
              <a:pathLst>
                <a:path w="94615" h="76835">
                  <a:moveTo>
                    <a:pt x="47146" y="0"/>
                  </a:moveTo>
                  <a:lnTo>
                    <a:pt x="0" y="76564"/>
                  </a:lnTo>
                  <a:lnTo>
                    <a:pt x="94294" y="76564"/>
                  </a:lnTo>
                  <a:lnTo>
                    <a:pt x="47146" y="0"/>
                  </a:lnTo>
                  <a:close/>
                </a:path>
              </a:pathLst>
            </a:custGeom>
            <a:solidFill>
              <a:srgbClr val="F58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975336" y="2239597"/>
              <a:ext cx="974725" cy="1527810"/>
            </a:xfrm>
            <a:custGeom>
              <a:avLst/>
              <a:gdLst/>
              <a:ahLst/>
              <a:cxnLst/>
              <a:rect l="l" t="t" r="r" b="b"/>
              <a:pathLst>
                <a:path w="974725" h="1527810">
                  <a:moveTo>
                    <a:pt x="585203" y="204016"/>
                  </a:moveTo>
                  <a:lnTo>
                    <a:pt x="974105" y="0"/>
                  </a:lnTo>
                </a:path>
                <a:path w="974725" h="1527810">
                  <a:moveTo>
                    <a:pt x="0" y="1527488"/>
                  </a:moveTo>
                  <a:lnTo>
                    <a:pt x="188049" y="1265042"/>
                  </a:lnTo>
                </a:path>
              </a:pathLst>
            </a:custGeom>
            <a:ln w="6308">
              <a:solidFill>
                <a:srgbClr val="F58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89896" y="4235068"/>
              <a:ext cx="825590" cy="64397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922219" y="6003949"/>
              <a:ext cx="605886" cy="721716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038842" y="5258264"/>
              <a:ext cx="87630" cy="88900"/>
            </a:xfrm>
            <a:custGeom>
              <a:avLst/>
              <a:gdLst/>
              <a:ahLst/>
              <a:cxnLst/>
              <a:rect l="l" t="t" r="r" b="b"/>
              <a:pathLst>
                <a:path w="87629" h="88900">
                  <a:moveTo>
                    <a:pt x="14032" y="0"/>
                  </a:moveTo>
                  <a:lnTo>
                    <a:pt x="0" y="88814"/>
                  </a:lnTo>
                  <a:lnTo>
                    <a:pt x="87025" y="52505"/>
                  </a:lnTo>
                  <a:lnTo>
                    <a:pt x="14032" y="0"/>
                  </a:lnTo>
                  <a:close/>
                </a:path>
              </a:pathLst>
            </a:custGeom>
            <a:solidFill>
              <a:srgbClr val="F58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060018" y="5296271"/>
              <a:ext cx="863600" cy="1011555"/>
            </a:xfrm>
            <a:custGeom>
              <a:avLst/>
              <a:gdLst/>
              <a:ahLst/>
              <a:cxnLst/>
              <a:rect l="l" t="t" r="r" b="b"/>
              <a:pathLst>
                <a:path w="863600" h="1011554">
                  <a:moveTo>
                    <a:pt x="0" y="0"/>
                  </a:moveTo>
                  <a:lnTo>
                    <a:pt x="863533" y="1011139"/>
                  </a:lnTo>
                </a:path>
              </a:pathLst>
            </a:custGeom>
            <a:ln w="6309">
              <a:solidFill>
                <a:srgbClr val="F58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94389" y="6310526"/>
              <a:ext cx="74307" cy="74306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94389" y="6459138"/>
              <a:ext cx="74307" cy="74310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>
            <a:off x="573279" y="6062858"/>
            <a:ext cx="2117725" cy="10020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850" b="1" spc="-35" dirty="0">
                <a:solidFill>
                  <a:srgbClr val="666666"/>
                </a:solidFill>
                <a:latin typeface="Tahoma"/>
                <a:cs typeface="Tahoma"/>
              </a:rPr>
              <a:t>Parque</a:t>
            </a:r>
            <a:r>
              <a:rPr sz="850" b="1" spc="-3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850" b="1" spc="-10" dirty="0">
                <a:solidFill>
                  <a:srgbClr val="666666"/>
                </a:solidFill>
                <a:latin typeface="Tahoma"/>
                <a:cs typeface="Tahoma"/>
              </a:rPr>
              <a:t>Eólico</a:t>
            </a:r>
            <a:endParaRPr sz="850">
              <a:latin typeface="Tahoma"/>
              <a:cs typeface="Tahoma"/>
            </a:endParaRPr>
          </a:p>
          <a:p>
            <a:pPr marL="240665" marR="1312545">
              <a:lnSpc>
                <a:spcPts val="1350"/>
              </a:lnSpc>
              <a:spcBef>
                <a:spcPts val="40"/>
              </a:spcBef>
            </a:pPr>
            <a:r>
              <a:rPr sz="8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operando destacados</a:t>
            </a:r>
            <a:endParaRPr sz="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850" b="1" spc="-35" dirty="0">
                <a:solidFill>
                  <a:srgbClr val="666666"/>
                </a:solidFill>
                <a:latin typeface="Tahoma"/>
                <a:cs typeface="Tahoma"/>
              </a:rPr>
              <a:t>Parque</a:t>
            </a:r>
            <a:r>
              <a:rPr sz="850" b="1" spc="-1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850" b="1" spc="-25" dirty="0">
                <a:solidFill>
                  <a:srgbClr val="666666"/>
                </a:solidFill>
                <a:latin typeface="Tahoma"/>
                <a:cs typeface="Tahoma"/>
              </a:rPr>
              <a:t>Híbrido</a:t>
            </a:r>
            <a:r>
              <a:rPr sz="850" b="1" spc="-1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850" b="1" spc="-30" dirty="0">
                <a:solidFill>
                  <a:srgbClr val="666666"/>
                </a:solidFill>
                <a:latin typeface="Tahoma"/>
                <a:cs typeface="Tahoma"/>
              </a:rPr>
              <a:t>(Solar</a:t>
            </a:r>
            <a:r>
              <a:rPr sz="850" b="1" spc="-1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850" b="1" dirty="0">
                <a:solidFill>
                  <a:srgbClr val="666666"/>
                </a:solidFill>
                <a:latin typeface="Tahoma"/>
                <a:cs typeface="Tahoma"/>
              </a:rPr>
              <a:t>-</a:t>
            </a:r>
            <a:r>
              <a:rPr sz="850" b="1" spc="-1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850" b="1" spc="-40" dirty="0">
                <a:solidFill>
                  <a:srgbClr val="666666"/>
                </a:solidFill>
                <a:latin typeface="Tahoma"/>
                <a:cs typeface="Tahoma"/>
              </a:rPr>
              <a:t>Eólico)</a:t>
            </a:r>
            <a:r>
              <a:rPr sz="850" b="1" spc="-1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850" b="1" spc="-225" dirty="0">
                <a:solidFill>
                  <a:srgbClr val="666666"/>
                </a:solidFill>
                <a:latin typeface="Tahoma"/>
                <a:cs typeface="Tahoma"/>
              </a:rPr>
              <a:t>/</a:t>
            </a:r>
            <a:r>
              <a:rPr sz="850" b="1" spc="-1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850" b="1" spc="-80" dirty="0">
                <a:solidFill>
                  <a:srgbClr val="666666"/>
                </a:solidFill>
                <a:latin typeface="Tahoma"/>
                <a:cs typeface="Tahoma"/>
              </a:rPr>
              <a:t>H</a:t>
            </a:r>
            <a:r>
              <a:rPr sz="1000" b="1" spc="-80" dirty="0">
                <a:solidFill>
                  <a:srgbClr val="666666"/>
                </a:solidFill>
                <a:latin typeface="Tahoma"/>
                <a:cs typeface="Tahoma"/>
              </a:rPr>
              <a:t>₂</a:t>
            </a:r>
            <a:r>
              <a:rPr sz="1000" b="1" spc="-5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850" b="1" spc="-20" dirty="0">
                <a:solidFill>
                  <a:srgbClr val="666666"/>
                </a:solidFill>
                <a:latin typeface="Tahoma"/>
                <a:cs typeface="Tahoma"/>
              </a:rPr>
              <a:t>verde</a:t>
            </a:r>
            <a:endParaRPr sz="850">
              <a:latin typeface="Tahoma"/>
              <a:cs typeface="Tahoma"/>
            </a:endParaRPr>
          </a:p>
          <a:p>
            <a:pPr marL="240665">
              <a:lnSpc>
                <a:spcPct val="100000"/>
              </a:lnSpc>
              <a:spcBef>
                <a:spcPts val="520"/>
              </a:spcBef>
            </a:pPr>
            <a:r>
              <a:rPr sz="8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destacados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594389" y="5660308"/>
            <a:ext cx="78740" cy="227329"/>
            <a:chOff x="594389" y="5660308"/>
            <a:chExt cx="78740" cy="227329"/>
          </a:xfrm>
        </p:grpSpPr>
        <p:sp>
          <p:nvSpPr>
            <p:cNvPr id="99" name="object 99"/>
            <p:cNvSpPr/>
            <p:nvPr/>
          </p:nvSpPr>
          <p:spPr>
            <a:xfrm>
              <a:off x="594389" y="5660308"/>
              <a:ext cx="78740" cy="78740"/>
            </a:xfrm>
            <a:custGeom>
              <a:avLst/>
              <a:gdLst/>
              <a:ahLst/>
              <a:cxnLst/>
              <a:rect l="l" t="t" r="r" b="b"/>
              <a:pathLst>
                <a:path w="78740" h="78739">
                  <a:moveTo>
                    <a:pt x="78338" y="0"/>
                  </a:moveTo>
                  <a:lnTo>
                    <a:pt x="0" y="0"/>
                  </a:lnTo>
                  <a:lnTo>
                    <a:pt x="0" y="78343"/>
                  </a:lnTo>
                  <a:lnTo>
                    <a:pt x="78338" y="78343"/>
                  </a:lnTo>
                  <a:lnTo>
                    <a:pt x="78338" y="0"/>
                  </a:lnTo>
                  <a:close/>
                </a:path>
              </a:pathLst>
            </a:custGeom>
            <a:solidFill>
              <a:srgbClr val="A7CF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94389" y="5808923"/>
              <a:ext cx="78740" cy="78740"/>
            </a:xfrm>
            <a:custGeom>
              <a:avLst/>
              <a:gdLst/>
              <a:ahLst/>
              <a:cxnLst/>
              <a:rect l="l" t="t" r="r" b="b"/>
              <a:pathLst>
                <a:path w="78740" h="78739">
                  <a:moveTo>
                    <a:pt x="78338" y="0"/>
                  </a:moveTo>
                  <a:lnTo>
                    <a:pt x="0" y="0"/>
                  </a:lnTo>
                  <a:lnTo>
                    <a:pt x="0" y="78343"/>
                  </a:lnTo>
                  <a:lnTo>
                    <a:pt x="78338" y="78343"/>
                  </a:lnTo>
                  <a:lnTo>
                    <a:pt x="78338" y="0"/>
                  </a:lnTo>
                  <a:close/>
                </a:path>
              </a:pathLst>
            </a:custGeom>
            <a:solidFill>
              <a:srgbClr val="F58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567267" y="5039395"/>
            <a:ext cx="880744" cy="894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50" dirty="0">
                <a:solidFill>
                  <a:srgbClr val="666666"/>
                </a:solidFill>
                <a:latin typeface="Tahoma"/>
                <a:cs typeface="Tahoma"/>
              </a:rPr>
              <a:t>Proyectos</a:t>
            </a:r>
            <a:endParaRPr sz="145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1460"/>
              </a:spcBef>
            </a:pPr>
            <a:r>
              <a:rPr sz="850" b="1" spc="-35" dirty="0">
                <a:solidFill>
                  <a:srgbClr val="666666"/>
                </a:solidFill>
                <a:latin typeface="Tahoma"/>
                <a:cs typeface="Tahoma"/>
              </a:rPr>
              <a:t>Parque</a:t>
            </a:r>
            <a:r>
              <a:rPr sz="850" b="1" spc="-3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850" b="1" spc="-10" dirty="0">
                <a:solidFill>
                  <a:srgbClr val="666666"/>
                </a:solidFill>
                <a:latin typeface="Tahoma"/>
                <a:cs typeface="Tahoma"/>
              </a:rPr>
              <a:t>Solar</a:t>
            </a:r>
            <a:endParaRPr sz="850">
              <a:latin typeface="Tahoma"/>
              <a:cs typeface="Tahoma"/>
            </a:endParaRPr>
          </a:p>
          <a:p>
            <a:pPr marL="246379">
              <a:lnSpc>
                <a:spcPct val="100000"/>
              </a:lnSpc>
              <a:spcBef>
                <a:spcPts val="225"/>
              </a:spcBef>
            </a:pPr>
            <a:r>
              <a:rPr sz="8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operando</a:t>
            </a:r>
            <a:endParaRPr sz="850">
              <a:latin typeface="Microsoft Sans Serif"/>
              <a:cs typeface="Microsoft Sans Serif"/>
            </a:endParaRPr>
          </a:p>
          <a:p>
            <a:pPr marL="246379">
              <a:lnSpc>
                <a:spcPct val="100000"/>
              </a:lnSpc>
              <a:spcBef>
                <a:spcPts val="325"/>
              </a:spcBef>
            </a:pPr>
            <a:r>
              <a:rPr sz="8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destacados</a:t>
            </a:r>
            <a:endParaRPr sz="850">
              <a:latin typeface="Microsoft Sans Serif"/>
              <a:cs typeface="Microsoft Sans Serif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594389" y="3255746"/>
            <a:ext cx="5440680" cy="3767454"/>
            <a:chOff x="594389" y="3255746"/>
            <a:chExt cx="5440680" cy="3767454"/>
          </a:xfrm>
        </p:grpSpPr>
        <p:sp>
          <p:nvSpPr>
            <p:cNvPr id="103" name="object 103"/>
            <p:cNvSpPr/>
            <p:nvPr/>
          </p:nvSpPr>
          <p:spPr>
            <a:xfrm>
              <a:off x="594389" y="6951690"/>
              <a:ext cx="87630" cy="71120"/>
            </a:xfrm>
            <a:custGeom>
              <a:avLst/>
              <a:gdLst/>
              <a:ahLst/>
              <a:cxnLst/>
              <a:rect l="l" t="t" r="r" b="b"/>
              <a:pathLst>
                <a:path w="87629" h="71120">
                  <a:moveTo>
                    <a:pt x="43740" y="0"/>
                  </a:moveTo>
                  <a:lnTo>
                    <a:pt x="0" y="71027"/>
                  </a:lnTo>
                  <a:lnTo>
                    <a:pt x="87480" y="71027"/>
                  </a:lnTo>
                  <a:lnTo>
                    <a:pt x="43740" y="0"/>
                  </a:lnTo>
                  <a:close/>
                </a:path>
              </a:pathLst>
            </a:custGeom>
            <a:solidFill>
              <a:srgbClr val="F58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373690" y="3255746"/>
              <a:ext cx="1661154" cy="7833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440045" cy="7560309"/>
          </a:xfrm>
          <a:custGeom>
            <a:avLst/>
            <a:gdLst/>
            <a:ahLst/>
            <a:cxnLst/>
            <a:rect l="l" t="t" r="r" b="b"/>
            <a:pathLst>
              <a:path w="5440045" h="7560309">
                <a:moveTo>
                  <a:pt x="5439528" y="0"/>
                </a:moveTo>
                <a:lnTo>
                  <a:pt x="0" y="0"/>
                </a:lnTo>
                <a:lnTo>
                  <a:pt x="0" y="7560000"/>
                </a:lnTo>
                <a:lnTo>
                  <a:pt x="5439528" y="7560000"/>
                </a:lnTo>
                <a:lnTo>
                  <a:pt x="5439528" y="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2264" y="300006"/>
            <a:ext cx="18808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3.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Energías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4389" y="1058951"/>
            <a:ext cx="4505325" cy="6080125"/>
            <a:chOff x="594389" y="1058951"/>
            <a:chExt cx="4505325" cy="6080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89" y="1058951"/>
              <a:ext cx="2971933" cy="4101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389" y="1505072"/>
              <a:ext cx="2189134" cy="3086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3962" y="5258278"/>
              <a:ext cx="835153" cy="8351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700" y="4755358"/>
              <a:ext cx="4245861" cy="238353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81549" y="2183015"/>
            <a:ext cx="4474210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1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Diseñamos,</a:t>
            </a:r>
            <a:r>
              <a:rPr sz="1100" spc="1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instalamos</a:t>
            </a:r>
            <a:r>
              <a:rPr sz="1100" spc="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llave</a:t>
            </a:r>
            <a:r>
              <a:rPr sz="1100" spc="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mano</a:t>
            </a:r>
            <a:r>
              <a:rPr sz="1100" spc="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realizamos</a:t>
            </a:r>
            <a:r>
              <a:rPr sz="1100" spc="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operación</a:t>
            </a:r>
            <a:r>
              <a:rPr sz="1100" spc="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el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mantenimiento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plantas</a:t>
            </a:r>
            <a:r>
              <a:rPr sz="1100" spc="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fotovoltaicas</a:t>
            </a:r>
            <a:r>
              <a:rPr sz="1100" spc="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tanto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techo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como</a:t>
            </a:r>
            <a:r>
              <a:rPr sz="1100" spc="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suelo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aquellos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clientes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que</a:t>
            </a:r>
            <a:r>
              <a:rPr sz="1100" spc="1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decidan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incorporar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esta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fuente</a:t>
            </a:r>
            <a:r>
              <a:rPr sz="1100" spc="1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r>
              <a:rPr sz="1100" spc="229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limpia</a:t>
            </a:r>
            <a:r>
              <a:rPr sz="1100" spc="2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2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económica.</a:t>
            </a:r>
            <a:r>
              <a:rPr sz="1100" spc="23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Contamos</a:t>
            </a:r>
            <a:r>
              <a:rPr sz="1100" spc="2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2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nuestro</a:t>
            </a:r>
            <a:r>
              <a:rPr sz="1100" spc="23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equipo</a:t>
            </a:r>
            <a:r>
              <a:rPr sz="1100" spc="2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</a:t>
            </a:r>
            <a:r>
              <a:rPr sz="1100" spc="2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una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experiencia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más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3.500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kWp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instalaciones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en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clientes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corporati-vos</a:t>
            </a:r>
            <a:r>
              <a:rPr sz="1100" spc="-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70.000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kWp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desarrollados</a:t>
            </a:r>
            <a:r>
              <a:rPr sz="1100" spc="-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a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nivel</a:t>
            </a:r>
            <a:r>
              <a:rPr sz="1100" spc="-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Utility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scale.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83618" y="2246857"/>
            <a:ext cx="4608830" cy="5313680"/>
            <a:chOff x="6083618" y="2246857"/>
            <a:chExt cx="4608830" cy="53136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3618" y="2246857"/>
              <a:ext cx="4608381" cy="53131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205175" y="7048846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202"/>
                  </a:lnTo>
                </a:path>
              </a:pathLst>
            </a:custGeom>
            <a:ln w="952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87674" y="7069025"/>
              <a:ext cx="151357" cy="15201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80504" y="3749441"/>
            <a:ext cx="4156710" cy="7137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315"/>
              </a:spcBef>
            </a:pPr>
            <a:r>
              <a:rPr sz="2300" b="1" spc="-70" dirty="0">
                <a:solidFill>
                  <a:srgbClr val="1F6DA5"/>
                </a:solidFill>
                <a:latin typeface="Tahoma"/>
                <a:cs typeface="Tahoma"/>
              </a:rPr>
              <a:t>Somos</a:t>
            </a:r>
            <a:r>
              <a:rPr sz="2300" b="1" spc="-100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2300" b="1" dirty="0">
                <a:solidFill>
                  <a:srgbClr val="1F6DA5"/>
                </a:solidFill>
                <a:latin typeface="Tahoma"/>
                <a:cs typeface="Tahoma"/>
              </a:rPr>
              <a:t>el</a:t>
            </a:r>
            <a:r>
              <a:rPr sz="2300" b="1" spc="-9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2300" b="1" spc="-130" dirty="0">
                <a:solidFill>
                  <a:srgbClr val="1F6DA5"/>
                </a:solidFill>
                <a:latin typeface="Tahoma"/>
                <a:cs typeface="Tahoma"/>
              </a:rPr>
              <a:t>mayor</a:t>
            </a:r>
            <a:r>
              <a:rPr sz="2300" b="1" spc="-50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2300" b="1" spc="-70" dirty="0">
                <a:solidFill>
                  <a:srgbClr val="1F6DA5"/>
                </a:solidFill>
                <a:latin typeface="Tahoma"/>
                <a:cs typeface="Tahoma"/>
              </a:rPr>
              <a:t>desarrollador </a:t>
            </a:r>
            <a:r>
              <a:rPr sz="2300" b="1" spc="-105" dirty="0">
                <a:solidFill>
                  <a:srgbClr val="1F6DA5"/>
                </a:solidFill>
                <a:latin typeface="Tahoma"/>
                <a:cs typeface="Tahoma"/>
              </a:rPr>
              <a:t>fotovoltaico</a:t>
            </a:r>
            <a:r>
              <a:rPr sz="2300" b="1" spc="-4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2300" b="1" spc="-20" dirty="0">
                <a:solidFill>
                  <a:srgbClr val="1F6DA5"/>
                </a:solidFill>
                <a:latin typeface="Tahoma"/>
                <a:cs typeface="Tahoma"/>
              </a:rPr>
              <a:t>del</a:t>
            </a:r>
            <a:r>
              <a:rPr sz="2300" b="1" spc="-4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2300" b="1" spc="-10" dirty="0">
                <a:solidFill>
                  <a:srgbClr val="1F6DA5"/>
                </a:solidFill>
                <a:latin typeface="Tahoma"/>
                <a:cs typeface="Tahoma"/>
              </a:rPr>
              <a:t>Uruguay.</a:t>
            </a:r>
            <a:endParaRPr sz="23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16" name="object 16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8791527" y="302316"/>
            <a:ext cx="846455" cy="596265"/>
            <a:chOff x="8791527" y="302316"/>
            <a:chExt cx="846455" cy="59626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91527" y="777743"/>
              <a:ext cx="838338" cy="12083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91527" y="302316"/>
              <a:ext cx="846377" cy="434801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25" dirty="0">
                <a:solidFill>
                  <a:srgbClr val="666666"/>
                </a:solidFill>
              </a:rPr>
              <a:t>13</a:t>
            </a:fld>
            <a:endParaRPr spc="-25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009" y="5364929"/>
            <a:ext cx="725424" cy="9784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89" y="1037415"/>
            <a:ext cx="2064699" cy="7876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33347" y="2159990"/>
            <a:ext cx="2872740" cy="188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170" dirty="0">
                <a:solidFill>
                  <a:srgbClr val="70A648"/>
                </a:solidFill>
                <a:latin typeface="Microsoft Sans Serif"/>
                <a:cs typeface="Microsoft Sans Serif"/>
              </a:rPr>
              <a:t>H₂</a:t>
            </a:r>
            <a:endParaRPr sz="4800">
              <a:latin typeface="Microsoft Sans Serif"/>
              <a:cs typeface="Microsoft Sans Serif"/>
            </a:endParaRPr>
          </a:p>
          <a:p>
            <a:pPr marL="55244" marR="5080" algn="just">
              <a:lnSpc>
                <a:spcPct val="110100"/>
              </a:lnSpc>
              <a:spcBef>
                <a:spcPts val="161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3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descarbonización</a:t>
            </a:r>
            <a:r>
              <a:rPr sz="1100" spc="4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global</a:t>
            </a:r>
            <a:r>
              <a:rPr sz="1100" spc="4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no</a:t>
            </a:r>
            <a:r>
              <a:rPr sz="1100" spc="4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solamente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hará</a:t>
            </a:r>
            <a:r>
              <a:rPr sz="1100" spc="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nuestro</a:t>
            </a:r>
            <a:r>
              <a:rPr sz="11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planeta</a:t>
            </a:r>
            <a:r>
              <a:rPr sz="11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un</a:t>
            </a:r>
            <a:r>
              <a:rPr sz="11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mejor</a:t>
            </a:r>
            <a:r>
              <a:rPr sz="11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lugar</a:t>
            </a:r>
            <a:r>
              <a:rPr sz="11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vivir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sino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que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además cambiará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siempre sectores</a:t>
            </a:r>
            <a:r>
              <a:rPr sz="11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muy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influyentes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como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transporte,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industria,</a:t>
            </a:r>
            <a:r>
              <a:rPr sz="1100" spc="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agro</a:t>
            </a:r>
            <a:r>
              <a:rPr sz="1100" spc="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114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</a:t>
            </a:r>
            <a:r>
              <a:rPr sz="1100" spc="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general.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30249" y="2564459"/>
            <a:ext cx="2061720" cy="20617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2264" y="300006"/>
            <a:ext cx="18808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3.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Energías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10" name="object 10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866718" y="5208301"/>
            <a:ext cx="8139430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100"/>
              </a:lnSpc>
              <a:spcBef>
                <a:spcPts val="100"/>
              </a:spcBef>
            </a:pP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2019</a:t>
            </a:r>
            <a:r>
              <a:rPr sz="1100" spc="-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1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lanzó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nueva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unidad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negocios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dedicada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exclusivamente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al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H₂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verde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(desde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greefield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hasta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producción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final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y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su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transporte)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se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encuentra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hoy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desarrollando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proyectos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cara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a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esta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nueva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realidad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próximos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años.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19100"/>
              </a:lnSpc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vez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más,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SEG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Ingeniería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es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pionera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nuevas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tecnologías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punta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región.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Estamos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orgullosos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ello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más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aún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al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ver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como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otras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empresas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regionales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siguen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nuestro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camino</a:t>
            </a:r>
            <a:r>
              <a:rPr sz="1100" spc="-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enriqueciendo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diferentes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mercados</a:t>
            </a:r>
            <a:r>
              <a:rPr sz="1100" spc="-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nuevos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nichos.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Así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fue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con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r>
              <a:rPr sz="11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desde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1996,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también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con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las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energías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desde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2008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así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será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con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H₂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verde.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25" dirty="0">
                <a:solidFill>
                  <a:srgbClr val="666666"/>
                </a:solidFill>
              </a:rPr>
              <a:t>14</a:t>
            </a:fld>
            <a:endParaRPr spc="-25" dirty="0">
              <a:solidFill>
                <a:srgbClr val="666666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7804" y="2258391"/>
            <a:ext cx="3788410" cy="7277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400" dirty="0">
                <a:solidFill>
                  <a:srgbClr val="70A648"/>
                </a:solidFill>
                <a:latin typeface="Microsoft Sans Serif"/>
                <a:cs typeface="Microsoft Sans Serif"/>
              </a:rPr>
              <a:t>El</a:t>
            </a:r>
            <a:r>
              <a:rPr sz="1400" spc="-50" dirty="0">
                <a:solidFill>
                  <a:srgbClr val="70A648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70A648"/>
                </a:solidFill>
                <a:latin typeface="Microsoft Sans Serif"/>
                <a:cs typeface="Microsoft Sans Serif"/>
              </a:rPr>
              <a:t>H</a:t>
            </a:r>
            <a:r>
              <a:rPr sz="2700" spc="97" baseline="1543" dirty="0">
                <a:solidFill>
                  <a:srgbClr val="70A648"/>
                </a:solidFill>
                <a:latin typeface="Microsoft Sans Serif"/>
                <a:cs typeface="Microsoft Sans Serif"/>
              </a:rPr>
              <a:t>₂</a:t>
            </a:r>
            <a:r>
              <a:rPr sz="2700" spc="-179" baseline="1543" dirty="0">
                <a:solidFill>
                  <a:srgbClr val="70A648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70A648"/>
                </a:solidFill>
                <a:latin typeface="Microsoft Sans Serif"/>
                <a:cs typeface="Microsoft Sans Serif"/>
              </a:rPr>
              <a:t>verde*</a:t>
            </a:r>
            <a:endParaRPr sz="1400">
              <a:latin typeface="Microsoft Sans Serif"/>
              <a:cs typeface="Microsoft Sans Serif"/>
            </a:endParaRPr>
          </a:p>
          <a:p>
            <a:pPr marL="27940" marR="5080">
              <a:lnSpc>
                <a:spcPct val="111900"/>
              </a:lnSpc>
              <a:spcBef>
                <a:spcPts val="6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será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sin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dudas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vector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descarbonización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nuestro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planeta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futuro</a:t>
            </a:r>
            <a:r>
              <a:rPr sz="11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cercano.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7800" y="3183894"/>
            <a:ext cx="1898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66666"/>
                </a:solidFill>
                <a:latin typeface="Microsoft Sans Serif"/>
                <a:cs typeface="Microsoft Sans Serif"/>
              </a:rPr>
              <a:t>*y</a:t>
            </a:r>
            <a:r>
              <a:rPr sz="9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66666"/>
                </a:solidFill>
                <a:latin typeface="Microsoft Sans Serif"/>
                <a:cs typeface="Microsoft Sans Serif"/>
              </a:rPr>
              <a:t>otras</a:t>
            </a:r>
            <a:r>
              <a:rPr sz="9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66666"/>
                </a:solidFill>
                <a:latin typeface="Microsoft Sans Serif"/>
                <a:cs typeface="Microsoft Sans Serif"/>
              </a:rPr>
              <a:t>moléculas</a:t>
            </a:r>
            <a:r>
              <a:rPr sz="9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66666"/>
                </a:solidFill>
                <a:latin typeface="Microsoft Sans Serif"/>
                <a:cs typeface="Microsoft Sans Serif"/>
              </a:rPr>
              <a:t>verdes</a:t>
            </a:r>
            <a:r>
              <a:rPr sz="9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derivadas.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1629" y="3792002"/>
            <a:ext cx="3800475" cy="88519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algn="just">
              <a:lnSpc>
                <a:spcPts val="1630"/>
              </a:lnSpc>
              <a:spcBef>
                <a:spcPts val="365"/>
              </a:spcBef>
            </a:pPr>
            <a:r>
              <a:rPr sz="1550" b="1" spc="-85" dirty="0">
                <a:solidFill>
                  <a:srgbClr val="666666"/>
                </a:solidFill>
                <a:latin typeface="Tahoma"/>
                <a:cs typeface="Tahoma"/>
              </a:rPr>
              <a:t>Desde</a:t>
            </a:r>
            <a:r>
              <a:rPr sz="1550" b="1" spc="-3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145" dirty="0">
                <a:solidFill>
                  <a:srgbClr val="666666"/>
                </a:solidFill>
                <a:latin typeface="Tahoma"/>
                <a:cs typeface="Tahoma"/>
              </a:rPr>
              <a:t>hace</a:t>
            </a:r>
            <a:r>
              <a:rPr sz="1550" b="1" spc="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165" dirty="0">
                <a:solidFill>
                  <a:srgbClr val="666666"/>
                </a:solidFill>
                <a:latin typeface="Tahoma"/>
                <a:cs typeface="Tahoma"/>
              </a:rPr>
              <a:t>más</a:t>
            </a:r>
            <a:r>
              <a:rPr sz="1550" b="1" spc="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204" dirty="0">
                <a:solidFill>
                  <a:srgbClr val="666666"/>
                </a:solidFill>
                <a:latin typeface="Tahoma"/>
                <a:cs typeface="Tahoma"/>
              </a:rPr>
              <a:t>de</a:t>
            </a:r>
            <a:r>
              <a:rPr sz="1550" b="1" spc="9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160" dirty="0">
                <a:solidFill>
                  <a:srgbClr val="666666"/>
                </a:solidFill>
                <a:latin typeface="Tahoma"/>
                <a:cs typeface="Tahoma"/>
              </a:rPr>
              <a:t>una</a:t>
            </a:r>
            <a:r>
              <a:rPr sz="1550" b="1" spc="4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100" dirty="0">
                <a:solidFill>
                  <a:srgbClr val="666666"/>
                </a:solidFill>
                <a:latin typeface="Tahoma"/>
                <a:cs typeface="Tahoma"/>
              </a:rPr>
              <a:t>década,</a:t>
            </a:r>
            <a:r>
              <a:rPr sz="1550" b="1" spc="-1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70" dirty="0">
                <a:solidFill>
                  <a:srgbClr val="666666"/>
                </a:solidFill>
                <a:latin typeface="Tahoma"/>
                <a:cs typeface="Tahoma"/>
              </a:rPr>
              <a:t>SEG</a:t>
            </a:r>
            <a:r>
              <a:rPr sz="1550" b="1" spc="-4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60" dirty="0">
                <a:solidFill>
                  <a:srgbClr val="666666"/>
                </a:solidFill>
                <a:latin typeface="Tahoma"/>
                <a:cs typeface="Tahoma"/>
              </a:rPr>
              <a:t>Inge-</a:t>
            </a:r>
            <a:r>
              <a:rPr sz="1550" b="1" spc="-25" dirty="0">
                <a:solidFill>
                  <a:srgbClr val="666666"/>
                </a:solidFill>
                <a:latin typeface="Tahoma"/>
                <a:cs typeface="Tahoma"/>
              </a:rPr>
              <a:t>niería</a:t>
            </a:r>
            <a:r>
              <a:rPr sz="1550" b="1" spc="-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30" dirty="0">
                <a:solidFill>
                  <a:srgbClr val="666666"/>
                </a:solidFill>
                <a:latin typeface="Tahoma"/>
                <a:cs typeface="Tahoma"/>
              </a:rPr>
              <a:t>cuenta </a:t>
            </a:r>
            <a:r>
              <a:rPr sz="1550" b="1" dirty="0">
                <a:solidFill>
                  <a:srgbClr val="666666"/>
                </a:solidFill>
                <a:latin typeface="Tahoma"/>
                <a:cs typeface="Tahoma"/>
              </a:rPr>
              <a:t>con</a:t>
            </a:r>
            <a:r>
              <a:rPr sz="1550" b="1" spc="-3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40" dirty="0">
                <a:solidFill>
                  <a:srgbClr val="666666"/>
                </a:solidFill>
                <a:latin typeface="Tahoma"/>
                <a:cs typeface="Tahoma"/>
              </a:rPr>
              <a:t>técnicos</a:t>
            </a:r>
            <a:r>
              <a:rPr sz="1550" b="1" spc="-3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666666"/>
                </a:solidFill>
                <a:latin typeface="Tahoma"/>
                <a:cs typeface="Tahoma"/>
              </a:rPr>
              <a:t>en</a:t>
            </a:r>
            <a:r>
              <a:rPr sz="1550" b="1" spc="-3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40" dirty="0">
                <a:solidFill>
                  <a:srgbClr val="666666"/>
                </a:solidFill>
                <a:latin typeface="Tahoma"/>
                <a:cs typeface="Tahoma"/>
              </a:rPr>
              <a:t>constante </a:t>
            </a:r>
            <a:r>
              <a:rPr sz="1550" b="1" spc="-80" dirty="0">
                <a:solidFill>
                  <a:srgbClr val="666666"/>
                </a:solidFill>
                <a:latin typeface="Tahoma"/>
                <a:cs typeface="Tahoma"/>
              </a:rPr>
              <a:t>entrenamiento</a:t>
            </a:r>
            <a:r>
              <a:rPr sz="1550" b="1" spc="-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165" dirty="0">
                <a:solidFill>
                  <a:srgbClr val="666666"/>
                </a:solidFill>
                <a:latin typeface="Tahoma"/>
                <a:cs typeface="Tahoma"/>
              </a:rPr>
              <a:t>en</a:t>
            </a:r>
            <a:r>
              <a:rPr sz="1550" b="1" spc="5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90" dirty="0">
                <a:solidFill>
                  <a:srgbClr val="666666"/>
                </a:solidFill>
                <a:latin typeface="Tahoma"/>
                <a:cs typeface="Tahoma"/>
              </a:rPr>
              <a:t>temas</a:t>
            </a:r>
            <a:r>
              <a:rPr sz="1550" b="1" spc="-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65" dirty="0">
                <a:solidFill>
                  <a:srgbClr val="666666"/>
                </a:solidFill>
                <a:latin typeface="Tahoma"/>
                <a:cs typeface="Tahoma"/>
              </a:rPr>
              <a:t>vinculados</a:t>
            </a:r>
            <a:r>
              <a:rPr sz="1550" b="1" spc="-4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50" dirty="0">
                <a:solidFill>
                  <a:srgbClr val="666666"/>
                </a:solidFill>
                <a:latin typeface="Tahoma"/>
                <a:cs typeface="Tahoma"/>
              </a:rPr>
              <a:t>al</a:t>
            </a:r>
            <a:r>
              <a:rPr sz="1550" b="1" spc="-2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666666"/>
                </a:solidFill>
                <a:latin typeface="Tahoma"/>
                <a:cs typeface="Tahoma"/>
              </a:rPr>
              <a:t>H₂ </a:t>
            </a:r>
            <a:r>
              <a:rPr sz="1550" b="1" spc="-10" dirty="0">
                <a:solidFill>
                  <a:srgbClr val="666666"/>
                </a:solidFill>
                <a:latin typeface="Tahoma"/>
                <a:cs typeface="Tahoma"/>
              </a:rPr>
              <a:t>verde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32197" y="2336558"/>
            <a:ext cx="286385" cy="0"/>
          </a:xfrm>
          <a:custGeom>
            <a:avLst/>
            <a:gdLst/>
            <a:ahLst/>
            <a:cxnLst/>
            <a:rect l="l" t="t" r="r" b="b"/>
            <a:pathLst>
              <a:path w="286385">
                <a:moveTo>
                  <a:pt x="286048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A8AB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17577" y="3684941"/>
            <a:ext cx="0" cy="155575"/>
          </a:xfrm>
          <a:custGeom>
            <a:avLst/>
            <a:gdLst/>
            <a:ahLst/>
            <a:cxnLst/>
            <a:rect l="l" t="t" r="r" b="b"/>
            <a:pathLst>
              <a:path h="155575">
                <a:moveTo>
                  <a:pt x="0" y="155333"/>
                </a:moveTo>
                <a:lnTo>
                  <a:pt x="0" y="0"/>
                </a:lnTo>
              </a:path>
            </a:pathLst>
          </a:custGeom>
          <a:ln w="9525">
            <a:solidFill>
              <a:srgbClr val="A8AB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5745" y="1651582"/>
            <a:ext cx="246379" cy="1370330"/>
          </a:xfrm>
          <a:custGeom>
            <a:avLst/>
            <a:gdLst/>
            <a:ahLst/>
            <a:cxnLst/>
            <a:rect l="l" t="t" r="r" b="b"/>
            <a:pathLst>
              <a:path w="246379" h="1370330">
                <a:moveTo>
                  <a:pt x="0" y="1369947"/>
                </a:moveTo>
                <a:lnTo>
                  <a:pt x="202629" y="1369947"/>
                </a:lnTo>
                <a:lnTo>
                  <a:pt x="219416" y="1366543"/>
                </a:lnTo>
                <a:lnTo>
                  <a:pt x="233151" y="1357269"/>
                </a:lnTo>
                <a:lnTo>
                  <a:pt x="242424" y="1343534"/>
                </a:lnTo>
                <a:lnTo>
                  <a:pt x="245828" y="1326747"/>
                </a:lnTo>
                <a:lnTo>
                  <a:pt x="245828" y="43200"/>
                </a:lnTo>
                <a:lnTo>
                  <a:pt x="242424" y="26412"/>
                </a:lnTo>
                <a:lnTo>
                  <a:pt x="233151" y="12678"/>
                </a:lnTo>
                <a:lnTo>
                  <a:pt x="219416" y="3404"/>
                </a:lnTo>
                <a:lnTo>
                  <a:pt x="202629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A8AB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71508" y="3438488"/>
            <a:ext cx="2692400" cy="246379"/>
          </a:xfrm>
          <a:custGeom>
            <a:avLst/>
            <a:gdLst/>
            <a:ahLst/>
            <a:cxnLst/>
            <a:rect l="l" t="t" r="r" b="b"/>
            <a:pathLst>
              <a:path w="2692400" h="246379">
                <a:moveTo>
                  <a:pt x="0" y="0"/>
                </a:moveTo>
                <a:lnTo>
                  <a:pt x="0" y="202629"/>
                </a:lnTo>
                <a:lnTo>
                  <a:pt x="3404" y="219417"/>
                </a:lnTo>
                <a:lnTo>
                  <a:pt x="12677" y="233151"/>
                </a:lnTo>
                <a:lnTo>
                  <a:pt x="26412" y="242425"/>
                </a:lnTo>
                <a:lnTo>
                  <a:pt x="43200" y="245830"/>
                </a:lnTo>
                <a:lnTo>
                  <a:pt x="2648934" y="245830"/>
                </a:lnTo>
                <a:lnTo>
                  <a:pt x="2665721" y="242425"/>
                </a:lnTo>
                <a:lnTo>
                  <a:pt x="2679455" y="233151"/>
                </a:lnTo>
                <a:lnTo>
                  <a:pt x="2688729" y="219417"/>
                </a:lnTo>
                <a:lnTo>
                  <a:pt x="2692133" y="202629"/>
                </a:lnTo>
                <a:lnTo>
                  <a:pt x="2692133" y="0"/>
                </a:lnTo>
              </a:path>
            </a:pathLst>
          </a:custGeom>
          <a:ln w="9525">
            <a:solidFill>
              <a:srgbClr val="A8AB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23945" y="4925195"/>
            <a:ext cx="807720" cy="907415"/>
          </a:xfrm>
          <a:custGeom>
            <a:avLst/>
            <a:gdLst/>
            <a:ahLst/>
            <a:cxnLst/>
            <a:rect l="l" t="t" r="r" b="b"/>
            <a:pathLst>
              <a:path w="807719" h="907414">
                <a:moveTo>
                  <a:pt x="714849" y="0"/>
                </a:moveTo>
                <a:lnTo>
                  <a:pt x="632627" y="9866"/>
                </a:lnTo>
                <a:lnTo>
                  <a:pt x="581267" y="18596"/>
                </a:lnTo>
                <a:lnTo>
                  <a:pt x="522890" y="28883"/>
                </a:lnTo>
                <a:lnTo>
                  <a:pt x="457560" y="40711"/>
                </a:lnTo>
                <a:lnTo>
                  <a:pt x="391692" y="53409"/>
                </a:lnTo>
                <a:lnTo>
                  <a:pt x="327517" y="66518"/>
                </a:lnTo>
                <a:lnTo>
                  <a:pt x="267264" y="79582"/>
                </a:lnTo>
                <a:lnTo>
                  <a:pt x="213164" y="92141"/>
                </a:lnTo>
                <a:lnTo>
                  <a:pt x="167447" y="103738"/>
                </a:lnTo>
                <a:lnTo>
                  <a:pt x="110082" y="122213"/>
                </a:lnTo>
                <a:lnTo>
                  <a:pt x="74270" y="143899"/>
                </a:lnTo>
                <a:lnTo>
                  <a:pt x="43901" y="173800"/>
                </a:lnTo>
                <a:lnTo>
                  <a:pt x="19975" y="213880"/>
                </a:lnTo>
                <a:lnTo>
                  <a:pt x="3487" y="266105"/>
                </a:lnTo>
                <a:lnTo>
                  <a:pt x="0" y="297874"/>
                </a:lnTo>
                <a:lnTo>
                  <a:pt x="2549" y="330644"/>
                </a:lnTo>
                <a:lnTo>
                  <a:pt x="24335" y="400825"/>
                </a:lnTo>
                <a:lnTo>
                  <a:pt x="42860" y="439053"/>
                </a:lnTo>
                <a:lnTo>
                  <a:pt x="65997" y="479920"/>
                </a:lnTo>
                <a:lnTo>
                  <a:pt x="93392" y="523833"/>
                </a:lnTo>
                <a:lnTo>
                  <a:pt x="124687" y="571201"/>
                </a:lnTo>
                <a:lnTo>
                  <a:pt x="197556" y="677941"/>
                </a:lnTo>
                <a:lnTo>
                  <a:pt x="232183" y="728203"/>
                </a:lnTo>
                <a:lnTo>
                  <a:pt x="263317" y="772224"/>
                </a:lnTo>
                <a:lnTo>
                  <a:pt x="291337" y="810024"/>
                </a:lnTo>
                <a:lnTo>
                  <a:pt x="316626" y="841625"/>
                </a:lnTo>
                <a:lnTo>
                  <a:pt x="360539" y="886313"/>
                </a:lnTo>
                <a:lnTo>
                  <a:pt x="398108" y="906456"/>
                </a:lnTo>
                <a:lnTo>
                  <a:pt x="415468" y="907377"/>
                </a:lnTo>
                <a:lnTo>
                  <a:pt x="432388" y="902224"/>
                </a:lnTo>
                <a:lnTo>
                  <a:pt x="466434" y="873784"/>
                </a:lnTo>
                <a:lnTo>
                  <a:pt x="503300" y="821305"/>
                </a:lnTo>
                <a:lnTo>
                  <a:pt x="523744" y="786103"/>
                </a:lnTo>
                <a:lnTo>
                  <a:pt x="546039" y="744955"/>
                </a:lnTo>
                <a:lnTo>
                  <a:pt x="570565" y="697882"/>
                </a:lnTo>
                <a:lnTo>
                  <a:pt x="627842" y="586043"/>
                </a:lnTo>
                <a:lnTo>
                  <a:pt x="661355" y="521320"/>
                </a:lnTo>
                <a:lnTo>
                  <a:pt x="689871" y="457449"/>
                </a:lnTo>
                <a:lnTo>
                  <a:pt x="709477" y="408639"/>
                </a:lnTo>
                <a:lnTo>
                  <a:pt x="730682" y="352621"/>
                </a:lnTo>
                <a:lnTo>
                  <a:pt x="752012" y="292427"/>
                </a:lnTo>
                <a:lnTo>
                  <a:pt x="774058" y="225502"/>
                </a:lnTo>
                <a:lnTo>
                  <a:pt x="790748" y="168898"/>
                </a:lnTo>
                <a:lnTo>
                  <a:pt x="801944" y="121885"/>
                </a:lnTo>
                <a:lnTo>
                  <a:pt x="807507" y="83733"/>
                </a:lnTo>
                <a:lnTo>
                  <a:pt x="807299" y="53711"/>
                </a:lnTo>
                <a:lnTo>
                  <a:pt x="801182" y="31090"/>
                </a:lnTo>
                <a:lnTo>
                  <a:pt x="789017" y="15139"/>
                </a:lnTo>
                <a:lnTo>
                  <a:pt x="770665" y="5127"/>
                </a:lnTo>
                <a:lnTo>
                  <a:pt x="745989" y="324"/>
                </a:lnTo>
                <a:lnTo>
                  <a:pt x="714849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96594" y="4925195"/>
            <a:ext cx="807720" cy="907415"/>
          </a:xfrm>
          <a:custGeom>
            <a:avLst/>
            <a:gdLst/>
            <a:ahLst/>
            <a:cxnLst/>
            <a:rect l="l" t="t" r="r" b="b"/>
            <a:pathLst>
              <a:path w="807720" h="907414">
                <a:moveTo>
                  <a:pt x="714850" y="0"/>
                </a:moveTo>
                <a:lnTo>
                  <a:pt x="632628" y="9866"/>
                </a:lnTo>
                <a:lnTo>
                  <a:pt x="581268" y="18596"/>
                </a:lnTo>
                <a:lnTo>
                  <a:pt x="522892" y="28883"/>
                </a:lnTo>
                <a:lnTo>
                  <a:pt x="457561" y="40711"/>
                </a:lnTo>
                <a:lnTo>
                  <a:pt x="391693" y="53409"/>
                </a:lnTo>
                <a:lnTo>
                  <a:pt x="327518" y="66518"/>
                </a:lnTo>
                <a:lnTo>
                  <a:pt x="267265" y="79582"/>
                </a:lnTo>
                <a:lnTo>
                  <a:pt x="213165" y="92141"/>
                </a:lnTo>
                <a:lnTo>
                  <a:pt x="167448" y="103738"/>
                </a:lnTo>
                <a:lnTo>
                  <a:pt x="110083" y="122213"/>
                </a:lnTo>
                <a:lnTo>
                  <a:pt x="74271" y="143899"/>
                </a:lnTo>
                <a:lnTo>
                  <a:pt x="43903" y="173800"/>
                </a:lnTo>
                <a:lnTo>
                  <a:pt x="19976" y="213880"/>
                </a:lnTo>
                <a:lnTo>
                  <a:pt x="3487" y="266105"/>
                </a:lnTo>
                <a:lnTo>
                  <a:pt x="0" y="297874"/>
                </a:lnTo>
                <a:lnTo>
                  <a:pt x="2549" y="330644"/>
                </a:lnTo>
                <a:lnTo>
                  <a:pt x="24336" y="400825"/>
                </a:lnTo>
                <a:lnTo>
                  <a:pt x="42860" y="439053"/>
                </a:lnTo>
                <a:lnTo>
                  <a:pt x="65998" y="479920"/>
                </a:lnTo>
                <a:lnTo>
                  <a:pt x="93392" y="523833"/>
                </a:lnTo>
                <a:lnTo>
                  <a:pt x="124688" y="571201"/>
                </a:lnTo>
                <a:lnTo>
                  <a:pt x="197556" y="677941"/>
                </a:lnTo>
                <a:lnTo>
                  <a:pt x="232184" y="728203"/>
                </a:lnTo>
                <a:lnTo>
                  <a:pt x="263317" y="772224"/>
                </a:lnTo>
                <a:lnTo>
                  <a:pt x="291337" y="810024"/>
                </a:lnTo>
                <a:lnTo>
                  <a:pt x="316627" y="841625"/>
                </a:lnTo>
                <a:lnTo>
                  <a:pt x="360539" y="886313"/>
                </a:lnTo>
                <a:lnTo>
                  <a:pt x="398108" y="906456"/>
                </a:lnTo>
                <a:lnTo>
                  <a:pt x="415469" y="907377"/>
                </a:lnTo>
                <a:lnTo>
                  <a:pt x="432389" y="902224"/>
                </a:lnTo>
                <a:lnTo>
                  <a:pt x="466435" y="873784"/>
                </a:lnTo>
                <a:lnTo>
                  <a:pt x="503300" y="821305"/>
                </a:lnTo>
                <a:lnTo>
                  <a:pt x="523744" y="786103"/>
                </a:lnTo>
                <a:lnTo>
                  <a:pt x="546039" y="744955"/>
                </a:lnTo>
                <a:lnTo>
                  <a:pt x="570565" y="697882"/>
                </a:lnTo>
                <a:lnTo>
                  <a:pt x="627842" y="586043"/>
                </a:lnTo>
                <a:lnTo>
                  <a:pt x="661355" y="521320"/>
                </a:lnTo>
                <a:lnTo>
                  <a:pt x="689871" y="457449"/>
                </a:lnTo>
                <a:lnTo>
                  <a:pt x="709477" y="408639"/>
                </a:lnTo>
                <a:lnTo>
                  <a:pt x="730683" y="352621"/>
                </a:lnTo>
                <a:lnTo>
                  <a:pt x="752014" y="292427"/>
                </a:lnTo>
                <a:lnTo>
                  <a:pt x="774059" y="225502"/>
                </a:lnTo>
                <a:lnTo>
                  <a:pt x="790749" y="168898"/>
                </a:lnTo>
                <a:lnTo>
                  <a:pt x="801945" y="121885"/>
                </a:lnTo>
                <a:lnTo>
                  <a:pt x="807508" y="83733"/>
                </a:lnTo>
                <a:lnTo>
                  <a:pt x="807300" y="53711"/>
                </a:lnTo>
                <a:lnTo>
                  <a:pt x="801183" y="31090"/>
                </a:lnTo>
                <a:lnTo>
                  <a:pt x="789017" y="15139"/>
                </a:lnTo>
                <a:lnTo>
                  <a:pt x="770666" y="5127"/>
                </a:lnTo>
                <a:lnTo>
                  <a:pt x="745989" y="324"/>
                </a:lnTo>
                <a:lnTo>
                  <a:pt x="71485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60992" y="4925195"/>
            <a:ext cx="807720" cy="907415"/>
          </a:xfrm>
          <a:custGeom>
            <a:avLst/>
            <a:gdLst/>
            <a:ahLst/>
            <a:cxnLst/>
            <a:rect l="l" t="t" r="r" b="b"/>
            <a:pathLst>
              <a:path w="807720" h="907414">
                <a:moveTo>
                  <a:pt x="714850" y="0"/>
                </a:moveTo>
                <a:lnTo>
                  <a:pt x="632628" y="9866"/>
                </a:lnTo>
                <a:lnTo>
                  <a:pt x="581268" y="18596"/>
                </a:lnTo>
                <a:lnTo>
                  <a:pt x="522892" y="28883"/>
                </a:lnTo>
                <a:lnTo>
                  <a:pt x="457561" y="40711"/>
                </a:lnTo>
                <a:lnTo>
                  <a:pt x="391693" y="53409"/>
                </a:lnTo>
                <a:lnTo>
                  <a:pt x="327518" y="66518"/>
                </a:lnTo>
                <a:lnTo>
                  <a:pt x="267265" y="79582"/>
                </a:lnTo>
                <a:lnTo>
                  <a:pt x="213165" y="92141"/>
                </a:lnTo>
                <a:lnTo>
                  <a:pt x="167448" y="103738"/>
                </a:lnTo>
                <a:lnTo>
                  <a:pt x="110083" y="122213"/>
                </a:lnTo>
                <a:lnTo>
                  <a:pt x="74270" y="143899"/>
                </a:lnTo>
                <a:lnTo>
                  <a:pt x="43902" y="173800"/>
                </a:lnTo>
                <a:lnTo>
                  <a:pt x="19975" y="213880"/>
                </a:lnTo>
                <a:lnTo>
                  <a:pt x="3487" y="266105"/>
                </a:lnTo>
                <a:lnTo>
                  <a:pt x="0" y="297874"/>
                </a:lnTo>
                <a:lnTo>
                  <a:pt x="2549" y="330644"/>
                </a:lnTo>
                <a:lnTo>
                  <a:pt x="24335" y="400825"/>
                </a:lnTo>
                <a:lnTo>
                  <a:pt x="42860" y="439053"/>
                </a:lnTo>
                <a:lnTo>
                  <a:pt x="65997" y="479920"/>
                </a:lnTo>
                <a:lnTo>
                  <a:pt x="93392" y="523833"/>
                </a:lnTo>
                <a:lnTo>
                  <a:pt x="124687" y="571201"/>
                </a:lnTo>
                <a:lnTo>
                  <a:pt x="197556" y="677941"/>
                </a:lnTo>
                <a:lnTo>
                  <a:pt x="232184" y="728203"/>
                </a:lnTo>
                <a:lnTo>
                  <a:pt x="263317" y="772224"/>
                </a:lnTo>
                <a:lnTo>
                  <a:pt x="291337" y="810024"/>
                </a:lnTo>
                <a:lnTo>
                  <a:pt x="316627" y="841625"/>
                </a:lnTo>
                <a:lnTo>
                  <a:pt x="360539" y="886313"/>
                </a:lnTo>
                <a:lnTo>
                  <a:pt x="398108" y="906456"/>
                </a:lnTo>
                <a:lnTo>
                  <a:pt x="415469" y="907377"/>
                </a:lnTo>
                <a:lnTo>
                  <a:pt x="432389" y="902224"/>
                </a:lnTo>
                <a:lnTo>
                  <a:pt x="466435" y="873784"/>
                </a:lnTo>
                <a:lnTo>
                  <a:pt x="503300" y="821305"/>
                </a:lnTo>
                <a:lnTo>
                  <a:pt x="523744" y="786103"/>
                </a:lnTo>
                <a:lnTo>
                  <a:pt x="546039" y="744955"/>
                </a:lnTo>
                <a:lnTo>
                  <a:pt x="570566" y="697882"/>
                </a:lnTo>
                <a:lnTo>
                  <a:pt x="627842" y="586043"/>
                </a:lnTo>
                <a:lnTo>
                  <a:pt x="661355" y="521320"/>
                </a:lnTo>
                <a:lnTo>
                  <a:pt x="689871" y="457449"/>
                </a:lnTo>
                <a:lnTo>
                  <a:pt x="709477" y="408639"/>
                </a:lnTo>
                <a:lnTo>
                  <a:pt x="730683" y="352621"/>
                </a:lnTo>
                <a:lnTo>
                  <a:pt x="752014" y="292427"/>
                </a:lnTo>
                <a:lnTo>
                  <a:pt x="774059" y="225502"/>
                </a:lnTo>
                <a:lnTo>
                  <a:pt x="790749" y="168898"/>
                </a:lnTo>
                <a:lnTo>
                  <a:pt x="801944" y="121885"/>
                </a:lnTo>
                <a:lnTo>
                  <a:pt x="807507" y="83733"/>
                </a:lnTo>
                <a:lnTo>
                  <a:pt x="807299" y="53711"/>
                </a:lnTo>
                <a:lnTo>
                  <a:pt x="801182" y="31090"/>
                </a:lnTo>
                <a:lnTo>
                  <a:pt x="789017" y="15139"/>
                </a:lnTo>
                <a:lnTo>
                  <a:pt x="770665" y="5127"/>
                </a:lnTo>
                <a:lnTo>
                  <a:pt x="745989" y="324"/>
                </a:lnTo>
                <a:lnTo>
                  <a:pt x="71485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56034" y="5119962"/>
            <a:ext cx="638810" cy="5092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830"/>
              </a:lnSpc>
              <a:spcBef>
                <a:spcPts val="280"/>
              </a:spcBef>
            </a:pPr>
            <a:r>
              <a:rPr sz="1650" b="1" spc="-65" dirty="0">
                <a:solidFill>
                  <a:srgbClr val="00A05E"/>
                </a:solidFill>
                <a:latin typeface="Tahoma"/>
                <a:cs typeface="Tahoma"/>
              </a:rPr>
              <a:t>Desde </a:t>
            </a:r>
            <a:r>
              <a:rPr sz="1650" b="1" spc="-20" dirty="0">
                <a:solidFill>
                  <a:srgbClr val="00A05E"/>
                </a:solidFill>
                <a:latin typeface="Tahoma"/>
                <a:cs typeface="Tahoma"/>
              </a:rPr>
              <a:t>1996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6314" y="5117975"/>
            <a:ext cx="697230" cy="5092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830"/>
              </a:lnSpc>
              <a:spcBef>
                <a:spcPts val="280"/>
              </a:spcBef>
            </a:pPr>
            <a:r>
              <a:rPr sz="1650" b="1" spc="-25" dirty="0">
                <a:solidFill>
                  <a:srgbClr val="00A05E"/>
                </a:solidFill>
                <a:latin typeface="Tahoma"/>
                <a:cs typeface="Tahoma"/>
              </a:rPr>
              <a:t>Más </a:t>
            </a:r>
            <a:r>
              <a:rPr sz="1650" b="1" spc="-60" dirty="0">
                <a:solidFill>
                  <a:srgbClr val="00A05E"/>
                </a:solidFill>
                <a:latin typeface="Tahoma"/>
                <a:cs typeface="Tahoma"/>
              </a:rPr>
              <a:t>de</a:t>
            </a:r>
            <a:r>
              <a:rPr sz="1650" b="1" spc="-65" dirty="0">
                <a:solidFill>
                  <a:srgbClr val="00A05E"/>
                </a:solidFill>
                <a:latin typeface="Tahoma"/>
                <a:cs typeface="Tahoma"/>
              </a:rPr>
              <a:t> </a:t>
            </a:r>
            <a:r>
              <a:rPr sz="1650" b="1" spc="-80" dirty="0">
                <a:solidFill>
                  <a:srgbClr val="00A05E"/>
                </a:solidFill>
                <a:latin typeface="Tahoma"/>
                <a:cs typeface="Tahoma"/>
              </a:rPr>
              <a:t>160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8561" y="5119962"/>
            <a:ext cx="527685" cy="5092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1830"/>
              </a:lnSpc>
              <a:spcBef>
                <a:spcPts val="280"/>
              </a:spcBef>
            </a:pPr>
            <a:r>
              <a:rPr sz="1650" b="1" spc="-25" dirty="0">
                <a:solidFill>
                  <a:srgbClr val="00A05E"/>
                </a:solidFill>
                <a:latin typeface="Tahoma"/>
                <a:cs typeface="Tahoma"/>
              </a:rPr>
              <a:t>ISO </a:t>
            </a:r>
            <a:r>
              <a:rPr sz="1650" b="1" spc="-80" dirty="0">
                <a:solidFill>
                  <a:srgbClr val="00A05E"/>
                </a:solidFill>
                <a:latin typeface="Tahoma"/>
                <a:cs typeface="Tahoma"/>
              </a:rPr>
              <a:t>9001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80289" y="4925195"/>
            <a:ext cx="807720" cy="907415"/>
          </a:xfrm>
          <a:custGeom>
            <a:avLst/>
            <a:gdLst/>
            <a:ahLst/>
            <a:cxnLst/>
            <a:rect l="l" t="t" r="r" b="b"/>
            <a:pathLst>
              <a:path w="807720" h="907414">
                <a:moveTo>
                  <a:pt x="714850" y="0"/>
                </a:moveTo>
                <a:lnTo>
                  <a:pt x="632627" y="9866"/>
                </a:lnTo>
                <a:lnTo>
                  <a:pt x="581268" y="18596"/>
                </a:lnTo>
                <a:lnTo>
                  <a:pt x="522891" y="28883"/>
                </a:lnTo>
                <a:lnTo>
                  <a:pt x="457561" y="40711"/>
                </a:lnTo>
                <a:lnTo>
                  <a:pt x="391693" y="53409"/>
                </a:lnTo>
                <a:lnTo>
                  <a:pt x="327518" y="66518"/>
                </a:lnTo>
                <a:lnTo>
                  <a:pt x="267265" y="79582"/>
                </a:lnTo>
                <a:lnTo>
                  <a:pt x="213165" y="92141"/>
                </a:lnTo>
                <a:lnTo>
                  <a:pt x="167448" y="103738"/>
                </a:lnTo>
                <a:lnTo>
                  <a:pt x="110083" y="122213"/>
                </a:lnTo>
                <a:lnTo>
                  <a:pt x="74271" y="143899"/>
                </a:lnTo>
                <a:lnTo>
                  <a:pt x="43902" y="173800"/>
                </a:lnTo>
                <a:lnTo>
                  <a:pt x="19975" y="213880"/>
                </a:lnTo>
                <a:lnTo>
                  <a:pt x="3487" y="266105"/>
                </a:lnTo>
                <a:lnTo>
                  <a:pt x="0" y="297874"/>
                </a:lnTo>
                <a:lnTo>
                  <a:pt x="2549" y="330644"/>
                </a:lnTo>
                <a:lnTo>
                  <a:pt x="24336" y="400825"/>
                </a:lnTo>
                <a:lnTo>
                  <a:pt x="42861" y="439053"/>
                </a:lnTo>
                <a:lnTo>
                  <a:pt x="65998" y="479920"/>
                </a:lnTo>
                <a:lnTo>
                  <a:pt x="93392" y="523833"/>
                </a:lnTo>
                <a:lnTo>
                  <a:pt x="124687" y="571201"/>
                </a:lnTo>
                <a:lnTo>
                  <a:pt x="197555" y="677941"/>
                </a:lnTo>
                <a:lnTo>
                  <a:pt x="232183" y="728203"/>
                </a:lnTo>
                <a:lnTo>
                  <a:pt x="263317" y="772224"/>
                </a:lnTo>
                <a:lnTo>
                  <a:pt x="291337" y="810024"/>
                </a:lnTo>
                <a:lnTo>
                  <a:pt x="316626" y="841625"/>
                </a:lnTo>
                <a:lnTo>
                  <a:pt x="360539" y="886313"/>
                </a:lnTo>
                <a:lnTo>
                  <a:pt x="398108" y="906456"/>
                </a:lnTo>
                <a:lnTo>
                  <a:pt x="415469" y="907377"/>
                </a:lnTo>
                <a:lnTo>
                  <a:pt x="432389" y="902224"/>
                </a:lnTo>
                <a:lnTo>
                  <a:pt x="466434" y="873784"/>
                </a:lnTo>
                <a:lnTo>
                  <a:pt x="503300" y="821305"/>
                </a:lnTo>
                <a:lnTo>
                  <a:pt x="523744" y="786103"/>
                </a:lnTo>
                <a:lnTo>
                  <a:pt x="546039" y="744955"/>
                </a:lnTo>
                <a:lnTo>
                  <a:pt x="570565" y="697882"/>
                </a:lnTo>
                <a:lnTo>
                  <a:pt x="627841" y="586043"/>
                </a:lnTo>
                <a:lnTo>
                  <a:pt x="661354" y="521320"/>
                </a:lnTo>
                <a:lnTo>
                  <a:pt x="689871" y="457449"/>
                </a:lnTo>
                <a:lnTo>
                  <a:pt x="709477" y="408639"/>
                </a:lnTo>
                <a:lnTo>
                  <a:pt x="730682" y="352621"/>
                </a:lnTo>
                <a:lnTo>
                  <a:pt x="752013" y="292427"/>
                </a:lnTo>
                <a:lnTo>
                  <a:pt x="774059" y="225502"/>
                </a:lnTo>
                <a:lnTo>
                  <a:pt x="790749" y="168898"/>
                </a:lnTo>
                <a:lnTo>
                  <a:pt x="801945" y="121885"/>
                </a:lnTo>
                <a:lnTo>
                  <a:pt x="807508" y="83733"/>
                </a:lnTo>
                <a:lnTo>
                  <a:pt x="807300" y="53711"/>
                </a:lnTo>
                <a:lnTo>
                  <a:pt x="801182" y="31090"/>
                </a:lnTo>
                <a:lnTo>
                  <a:pt x="789017" y="15139"/>
                </a:lnTo>
                <a:lnTo>
                  <a:pt x="770665" y="5127"/>
                </a:lnTo>
                <a:lnTo>
                  <a:pt x="745989" y="324"/>
                </a:lnTo>
                <a:lnTo>
                  <a:pt x="71485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082785" y="5215762"/>
            <a:ext cx="98044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75" dirty="0">
                <a:solidFill>
                  <a:srgbClr val="00A05E"/>
                </a:solidFill>
                <a:latin typeface="Tahoma"/>
                <a:cs typeface="Tahoma"/>
              </a:rPr>
              <a:t>Proyectos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11765" y="4602524"/>
            <a:ext cx="0" cy="304165"/>
          </a:xfrm>
          <a:custGeom>
            <a:avLst/>
            <a:gdLst/>
            <a:ahLst/>
            <a:cxnLst/>
            <a:rect l="l" t="t" r="r" b="b"/>
            <a:pathLst>
              <a:path h="304164">
                <a:moveTo>
                  <a:pt x="0" y="3040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A0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13108" y="5692064"/>
            <a:ext cx="0" cy="304165"/>
          </a:xfrm>
          <a:custGeom>
            <a:avLst/>
            <a:gdLst/>
            <a:ahLst/>
            <a:cxnLst/>
            <a:rect l="l" t="t" r="r" b="b"/>
            <a:pathLst>
              <a:path h="304164">
                <a:moveTo>
                  <a:pt x="0" y="3040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A0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65019" y="4602524"/>
            <a:ext cx="0" cy="304165"/>
          </a:xfrm>
          <a:custGeom>
            <a:avLst/>
            <a:gdLst/>
            <a:ahLst/>
            <a:cxnLst/>
            <a:rect l="l" t="t" r="r" b="b"/>
            <a:pathLst>
              <a:path h="304164">
                <a:moveTo>
                  <a:pt x="0" y="3040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A0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09647" y="5692064"/>
            <a:ext cx="0" cy="304165"/>
          </a:xfrm>
          <a:custGeom>
            <a:avLst/>
            <a:gdLst/>
            <a:ahLst/>
            <a:cxnLst/>
            <a:rect l="l" t="t" r="r" b="b"/>
            <a:pathLst>
              <a:path h="304164">
                <a:moveTo>
                  <a:pt x="0" y="304034"/>
                </a:moveTo>
                <a:lnTo>
                  <a:pt x="0" y="0"/>
                </a:lnTo>
              </a:path>
            </a:pathLst>
          </a:custGeom>
          <a:ln w="3175">
            <a:solidFill>
              <a:srgbClr val="00A0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32762" y="2952990"/>
            <a:ext cx="2910840" cy="424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790">
              <a:lnSpc>
                <a:spcPct val="119100"/>
              </a:lnSpc>
              <a:spcBef>
                <a:spcPts val="100"/>
              </a:spcBef>
            </a:pPr>
            <a:r>
              <a:rPr sz="1100" b="1" dirty="0">
                <a:solidFill>
                  <a:srgbClr val="666666"/>
                </a:solidFill>
                <a:latin typeface="Tahoma"/>
                <a:cs typeface="Tahoma"/>
              </a:rPr>
              <a:t>SEG</a:t>
            </a:r>
            <a:r>
              <a:rPr sz="1100" b="1" spc="-6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666666"/>
                </a:solidFill>
                <a:latin typeface="Tahoma"/>
                <a:cs typeface="Tahoma"/>
              </a:rPr>
              <a:t>Heliotec </a:t>
            </a:r>
            <a:r>
              <a:rPr sz="1100" b="1" spc="-45" dirty="0">
                <a:solidFill>
                  <a:srgbClr val="666666"/>
                </a:solidFill>
                <a:latin typeface="Tahoma"/>
                <a:cs typeface="Tahoma"/>
              </a:rPr>
              <a:t>surge</a:t>
            </a:r>
            <a:r>
              <a:rPr sz="1100" b="1" spc="-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rgbClr val="666666"/>
                </a:solidFill>
                <a:latin typeface="Tahoma"/>
                <a:cs typeface="Tahoma"/>
              </a:rPr>
              <a:t>de</a:t>
            </a:r>
            <a:r>
              <a:rPr sz="1100" b="1" spc="-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666666"/>
                </a:solidFill>
                <a:latin typeface="Tahoma"/>
                <a:cs typeface="Tahoma"/>
              </a:rPr>
              <a:t>la</a:t>
            </a:r>
            <a:r>
              <a:rPr sz="1100" b="1" spc="-3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666666"/>
                </a:solidFill>
                <a:latin typeface="Tahoma"/>
                <a:cs typeface="Tahoma"/>
              </a:rPr>
              <a:t>asociación</a:t>
            </a:r>
            <a:r>
              <a:rPr sz="1100" b="1" spc="-3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666666"/>
                </a:solidFill>
                <a:latin typeface="Tahoma"/>
                <a:cs typeface="Tahoma"/>
              </a:rPr>
              <a:t>entre </a:t>
            </a:r>
            <a:r>
              <a:rPr sz="1100" b="1" dirty="0">
                <a:solidFill>
                  <a:srgbClr val="666666"/>
                </a:solidFill>
                <a:latin typeface="Tahoma"/>
                <a:cs typeface="Tahoma"/>
              </a:rPr>
              <a:t>SEG</a:t>
            </a:r>
            <a:r>
              <a:rPr sz="1100" b="1" spc="-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spc="-75" dirty="0">
                <a:solidFill>
                  <a:srgbClr val="666666"/>
                </a:solidFill>
                <a:latin typeface="Tahoma"/>
                <a:cs typeface="Tahoma"/>
              </a:rPr>
              <a:t>Ingeniería</a:t>
            </a:r>
            <a:r>
              <a:rPr sz="1100" b="1" spc="-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666666"/>
                </a:solidFill>
                <a:latin typeface="Tahoma"/>
                <a:cs typeface="Tahoma"/>
              </a:rPr>
              <a:t>Uruguay</a:t>
            </a:r>
            <a:r>
              <a:rPr sz="1100" b="1" spc="-2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666666"/>
                </a:solidFill>
                <a:latin typeface="Tahoma"/>
                <a:cs typeface="Tahoma"/>
              </a:rPr>
              <a:t>y</a:t>
            </a:r>
            <a:r>
              <a:rPr sz="1100" b="1" spc="-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666666"/>
                </a:solidFill>
                <a:latin typeface="Tahoma"/>
                <a:cs typeface="Tahoma"/>
              </a:rPr>
              <a:t>Heliotec</a:t>
            </a:r>
            <a:r>
              <a:rPr sz="1100" b="1" spc="-2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00" b="1" spc="-30" dirty="0">
                <a:solidFill>
                  <a:srgbClr val="666666"/>
                </a:solidFill>
                <a:latin typeface="Tahoma"/>
                <a:cs typeface="Tahoma"/>
              </a:rPr>
              <a:t>Alemania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264" y="300006"/>
            <a:ext cx="18808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3.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Energías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8988" y="2595859"/>
            <a:ext cx="2437182" cy="455928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24" name="object 24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503576" y="1445439"/>
            <a:ext cx="828040" cy="830580"/>
            <a:chOff x="2503576" y="1445439"/>
            <a:chExt cx="828040" cy="830580"/>
          </a:xfrm>
        </p:grpSpPr>
        <p:sp>
          <p:nvSpPr>
            <p:cNvPr id="30" name="object 30"/>
            <p:cNvSpPr/>
            <p:nvPr/>
          </p:nvSpPr>
          <p:spPr>
            <a:xfrm>
              <a:off x="2503576" y="1445439"/>
              <a:ext cx="828040" cy="778510"/>
            </a:xfrm>
            <a:custGeom>
              <a:avLst/>
              <a:gdLst/>
              <a:ahLst/>
              <a:cxnLst/>
              <a:rect l="l" t="t" r="r" b="b"/>
              <a:pathLst>
                <a:path w="828039" h="778510">
                  <a:moveTo>
                    <a:pt x="0" y="778164"/>
                  </a:moveTo>
                  <a:lnTo>
                    <a:pt x="828000" y="778164"/>
                  </a:lnTo>
                  <a:lnTo>
                    <a:pt x="828000" y="0"/>
                  </a:lnTo>
                  <a:lnTo>
                    <a:pt x="0" y="0"/>
                  </a:lnTo>
                  <a:lnTo>
                    <a:pt x="0" y="778164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03576" y="2223604"/>
              <a:ext cx="828040" cy="52705"/>
            </a:xfrm>
            <a:custGeom>
              <a:avLst/>
              <a:gdLst/>
              <a:ahLst/>
              <a:cxnLst/>
              <a:rect l="l" t="t" r="r" b="b"/>
              <a:pathLst>
                <a:path w="828039" h="52705">
                  <a:moveTo>
                    <a:pt x="828000" y="0"/>
                  </a:moveTo>
                  <a:lnTo>
                    <a:pt x="0" y="0"/>
                  </a:lnTo>
                  <a:lnTo>
                    <a:pt x="0" y="52128"/>
                  </a:lnTo>
                  <a:lnTo>
                    <a:pt x="828000" y="52128"/>
                  </a:lnTo>
                  <a:lnTo>
                    <a:pt x="828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0854" y="1640832"/>
              <a:ext cx="676296" cy="40412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606598" y="1669193"/>
              <a:ext cx="622300" cy="259715"/>
            </a:xfrm>
            <a:custGeom>
              <a:avLst/>
              <a:gdLst/>
              <a:ahLst/>
              <a:cxnLst/>
              <a:rect l="l" t="t" r="r" b="b"/>
              <a:pathLst>
                <a:path w="622300" h="259714">
                  <a:moveTo>
                    <a:pt x="194094" y="182105"/>
                  </a:moveTo>
                  <a:lnTo>
                    <a:pt x="177495" y="137248"/>
                  </a:lnTo>
                  <a:lnTo>
                    <a:pt x="131318" y="114515"/>
                  </a:lnTo>
                  <a:lnTo>
                    <a:pt x="90144" y="102946"/>
                  </a:lnTo>
                  <a:lnTo>
                    <a:pt x="76873" y="98399"/>
                  </a:lnTo>
                  <a:lnTo>
                    <a:pt x="48336" y="66370"/>
                  </a:lnTo>
                  <a:lnTo>
                    <a:pt x="49136" y="59715"/>
                  </a:lnTo>
                  <a:lnTo>
                    <a:pt x="84213" y="34378"/>
                  </a:lnTo>
                  <a:lnTo>
                    <a:pt x="93764" y="33782"/>
                  </a:lnTo>
                  <a:lnTo>
                    <a:pt x="105270" y="34531"/>
                  </a:lnTo>
                  <a:lnTo>
                    <a:pt x="143637" y="59791"/>
                  </a:lnTo>
                  <a:lnTo>
                    <a:pt x="148272" y="78409"/>
                  </a:lnTo>
                  <a:lnTo>
                    <a:pt x="187248" y="78244"/>
                  </a:lnTo>
                  <a:lnTo>
                    <a:pt x="173443" y="32664"/>
                  </a:lnTo>
                  <a:lnTo>
                    <a:pt x="134861" y="5295"/>
                  </a:lnTo>
                  <a:lnTo>
                    <a:pt x="98615" y="0"/>
                  </a:lnTo>
                  <a:lnTo>
                    <a:pt x="78930" y="1206"/>
                  </a:lnTo>
                  <a:lnTo>
                    <a:pt x="32194" y="19291"/>
                  </a:lnTo>
                  <a:lnTo>
                    <a:pt x="8750" y="54711"/>
                  </a:lnTo>
                  <a:lnTo>
                    <a:pt x="7188" y="69392"/>
                  </a:lnTo>
                  <a:lnTo>
                    <a:pt x="8267" y="83108"/>
                  </a:lnTo>
                  <a:lnTo>
                    <a:pt x="34290" y="123151"/>
                  </a:lnTo>
                  <a:lnTo>
                    <a:pt x="82588" y="142786"/>
                  </a:lnTo>
                  <a:lnTo>
                    <a:pt x="108673" y="149618"/>
                  </a:lnTo>
                  <a:lnTo>
                    <a:pt x="120942" y="153835"/>
                  </a:lnTo>
                  <a:lnTo>
                    <a:pt x="148729" y="180289"/>
                  </a:lnTo>
                  <a:lnTo>
                    <a:pt x="149987" y="184670"/>
                  </a:lnTo>
                  <a:lnTo>
                    <a:pt x="149987" y="188607"/>
                  </a:lnTo>
                  <a:lnTo>
                    <a:pt x="121158" y="221322"/>
                  </a:lnTo>
                  <a:lnTo>
                    <a:pt x="101993" y="223888"/>
                  </a:lnTo>
                  <a:lnTo>
                    <a:pt x="88747" y="223062"/>
                  </a:lnTo>
                  <a:lnTo>
                    <a:pt x="50533" y="203403"/>
                  </a:lnTo>
                  <a:lnTo>
                    <a:pt x="39776" y="173545"/>
                  </a:lnTo>
                  <a:lnTo>
                    <a:pt x="0" y="173545"/>
                  </a:lnTo>
                  <a:lnTo>
                    <a:pt x="16065" y="224840"/>
                  </a:lnTo>
                  <a:lnTo>
                    <a:pt x="57912" y="253631"/>
                  </a:lnTo>
                  <a:lnTo>
                    <a:pt x="98615" y="259156"/>
                  </a:lnTo>
                  <a:lnTo>
                    <a:pt x="119265" y="257822"/>
                  </a:lnTo>
                  <a:lnTo>
                    <a:pt x="168071" y="237985"/>
                  </a:lnTo>
                  <a:lnTo>
                    <a:pt x="192468" y="198628"/>
                  </a:lnTo>
                  <a:lnTo>
                    <a:pt x="194094" y="182105"/>
                  </a:lnTo>
                  <a:close/>
                </a:path>
                <a:path w="622300" h="259714">
                  <a:moveTo>
                    <a:pt x="621944" y="119735"/>
                  </a:moveTo>
                  <a:lnTo>
                    <a:pt x="516763" y="119735"/>
                  </a:lnTo>
                  <a:lnTo>
                    <a:pt x="516763" y="153682"/>
                  </a:lnTo>
                  <a:lnTo>
                    <a:pt x="584161" y="153682"/>
                  </a:lnTo>
                  <a:lnTo>
                    <a:pt x="582472" y="168605"/>
                  </a:lnTo>
                  <a:lnTo>
                    <a:pt x="564184" y="203796"/>
                  </a:lnTo>
                  <a:lnTo>
                    <a:pt x="529513" y="221348"/>
                  </a:lnTo>
                  <a:lnTo>
                    <a:pt x="515112" y="222516"/>
                  </a:lnTo>
                  <a:lnTo>
                    <a:pt x="498246" y="220954"/>
                  </a:lnTo>
                  <a:lnTo>
                    <a:pt x="458901" y="197459"/>
                  </a:lnTo>
                  <a:lnTo>
                    <a:pt x="439635" y="149390"/>
                  </a:lnTo>
                  <a:lnTo>
                    <a:pt x="438353" y="128752"/>
                  </a:lnTo>
                  <a:lnTo>
                    <a:pt x="439623" y="107746"/>
                  </a:lnTo>
                  <a:lnTo>
                    <a:pt x="458724" y="59753"/>
                  </a:lnTo>
                  <a:lnTo>
                    <a:pt x="498652" y="36804"/>
                  </a:lnTo>
                  <a:lnTo>
                    <a:pt x="516077" y="35267"/>
                  </a:lnTo>
                  <a:lnTo>
                    <a:pt x="527964" y="36042"/>
                  </a:lnTo>
                  <a:lnTo>
                    <a:pt x="564832" y="54305"/>
                  </a:lnTo>
                  <a:lnTo>
                    <a:pt x="578459" y="81775"/>
                  </a:lnTo>
                  <a:lnTo>
                    <a:pt x="619086" y="81775"/>
                  </a:lnTo>
                  <a:lnTo>
                    <a:pt x="598373" y="33426"/>
                  </a:lnTo>
                  <a:lnTo>
                    <a:pt x="553770" y="5397"/>
                  </a:lnTo>
                  <a:lnTo>
                    <a:pt x="513448" y="0"/>
                  </a:lnTo>
                  <a:lnTo>
                    <a:pt x="488124" y="2197"/>
                  </a:lnTo>
                  <a:lnTo>
                    <a:pt x="445490" y="19837"/>
                  </a:lnTo>
                  <a:lnTo>
                    <a:pt x="414223" y="54394"/>
                  </a:lnTo>
                  <a:lnTo>
                    <a:pt x="398233" y="101625"/>
                  </a:lnTo>
                  <a:lnTo>
                    <a:pt x="396240" y="129717"/>
                  </a:lnTo>
                  <a:lnTo>
                    <a:pt x="398208" y="157340"/>
                  </a:lnTo>
                  <a:lnTo>
                    <a:pt x="414045" y="204228"/>
                  </a:lnTo>
                  <a:lnTo>
                    <a:pt x="444957" y="239102"/>
                  </a:lnTo>
                  <a:lnTo>
                    <a:pt x="486295" y="256921"/>
                  </a:lnTo>
                  <a:lnTo>
                    <a:pt x="510603" y="259156"/>
                  </a:lnTo>
                  <a:lnTo>
                    <a:pt x="522566" y="258559"/>
                  </a:lnTo>
                  <a:lnTo>
                    <a:pt x="564146" y="244297"/>
                  </a:lnTo>
                  <a:lnTo>
                    <a:pt x="587984" y="221488"/>
                  </a:lnTo>
                  <a:lnTo>
                    <a:pt x="594829" y="252641"/>
                  </a:lnTo>
                  <a:lnTo>
                    <a:pt x="621944" y="252641"/>
                  </a:lnTo>
                  <a:lnTo>
                    <a:pt x="621944" y="1197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0968" y="1669387"/>
              <a:ext cx="219581" cy="25363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671977" y="1973135"/>
              <a:ext cx="495934" cy="44450"/>
            </a:xfrm>
            <a:custGeom>
              <a:avLst/>
              <a:gdLst/>
              <a:ahLst/>
              <a:cxnLst/>
              <a:rect l="l" t="t" r="r" b="b"/>
              <a:pathLst>
                <a:path w="495935" h="44450">
                  <a:moveTo>
                    <a:pt x="7038" y="1093"/>
                  </a:moveTo>
                  <a:lnTo>
                    <a:pt x="0" y="1093"/>
                  </a:lnTo>
                  <a:lnTo>
                    <a:pt x="0" y="43220"/>
                  </a:lnTo>
                  <a:lnTo>
                    <a:pt x="7038" y="43220"/>
                  </a:lnTo>
                  <a:lnTo>
                    <a:pt x="7038" y="1093"/>
                  </a:lnTo>
                  <a:close/>
                </a:path>
                <a:path w="495935" h="44450">
                  <a:moveTo>
                    <a:pt x="42087" y="1093"/>
                  </a:moveTo>
                  <a:lnTo>
                    <a:pt x="34650" y="1093"/>
                  </a:lnTo>
                  <a:lnTo>
                    <a:pt x="34650" y="43220"/>
                  </a:lnTo>
                  <a:lnTo>
                    <a:pt x="41367" y="43220"/>
                  </a:lnTo>
                  <a:lnTo>
                    <a:pt x="41367" y="11706"/>
                  </a:lnTo>
                  <a:lnTo>
                    <a:pt x="48696" y="11706"/>
                  </a:lnTo>
                  <a:lnTo>
                    <a:pt x="42087" y="1093"/>
                  </a:lnTo>
                  <a:close/>
                </a:path>
                <a:path w="495935" h="44450">
                  <a:moveTo>
                    <a:pt x="48696" y="11706"/>
                  </a:moveTo>
                  <a:lnTo>
                    <a:pt x="41367" y="11706"/>
                  </a:lnTo>
                  <a:lnTo>
                    <a:pt x="61107" y="43220"/>
                  </a:lnTo>
                  <a:lnTo>
                    <a:pt x="68487" y="43220"/>
                  </a:lnTo>
                  <a:lnTo>
                    <a:pt x="68487" y="32608"/>
                  </a:lnTo>
                  <a:lnTo>
                    <a:pt x="61711" y="32608"/>
                  </a:lnTo>
                  <a:lnTo>
                    <a:pt x="48696" y="11706"/>
                  </a:lnTo>
                  <a:close/>
                </a:path>
                <a:path w="495935" h="44450">
                  <a:moveTo>
                    <a:pt x="68487" y="1093"/>
                  </a:moveTo>
                  <a:lnTo>
                    <a:pt x="61711" y="1093"/>
                  </a:lnTo>
                  <a:lnTo>
                    <a:pt x="61711" y="32608"/>
                  </a:lnTo>
                  <a:lnTo>
                    <a:pt x="68487" y="32608"/>
                  </a:lnTo>
                  <a:lnTo>
                    <a:pt x="68487" y="1093"/>
                  </a:lnTo>
                  <a:close/>
                </a:path>
                <a:path w="495935" h="44450">
                  <a:moveTo>
                    <a:pt x="119195" y="0"/>
                  </a:moveTo>
                  <a:lnTo>
                    <a:pt x="108047" y="0"/>
                  </a:lnTo>
                  <a:lnTo>
                    <a:pt x="103187" y="2011"/>
                  </a:lnTo>
                  <a:lnTo>
                    <a:pt x="95904" y="10058"/>
                  </a:lnTo>
                  <a:lnTo>
                    <a:pt x="94079" y="15447"/>
                  </a:lnTo>
                  <a:lnTo>
                    <a:pt x="94079" y="28809"/>
                  </a:lnTo>
                  <a:lnTo>
                    <a:pt x="95882" y="34159"/>
                  </a:lnTo>
                  <a:lnTo>
                    <a:pt x="103107" y="42302"/>
                  </a:lnTo>
                  <a:lnTo>
                    <a:pt x="107824" y="44333"/>
                  </a:lnTo>
                  <a:lnTo>
                    <a:pt x="116442" y="44333"/>
                  </a:lnTo>
                  <a:lnTo>
                    <a:pt x="118965" y="43785"/>
                  </a:lnTo>
                  <a:lnTo>
                    <a:pt x="123422" y="41619"/>
                  </a:lnTo>
                  <a:lnTo>
                    <a:pt x="125319" y="40006"/>
                  </a:lnTo>
                  <a:lnTo>
                    <a:pt x="126749" y="38065"/>
                  </a:lnTo>
                  <a:lnTo>
                    <a:pt x="110351" y="38065"/>
                  </a:lnTo>
                  <a:lnTo>
                    <a:pt x="107151" y="36640"/>
                  </a:lnTo>
                  <a:lnTo>
                    <a:pt x="102455" y="30919"/>
                  </a:lnTo>
                  <a:lnTo>
                    <a:pt x="101282" y="26992"/>
                  </a:lnTo>
                  <a:lnTo>
                    <a:pt x="101282" y="16948"/>
                  </a:lnTo>
                  <a:lnTo>
                    <a:pt x="102445" y="13013"/>
                  </a:lnTo>
                  <a:lnTo>
                    <a:pt x="107104" y="7429"/>
                  </a:lnTo>
                  <a:lnTo>
                    <a:pt x="110093" y="6151"/>
                  </a:lnTo>
                  <a:lnTo>
                    <a:pt x="129689" y="6151"/>
                  </a:lnTo>
                  <a:lnTo>
                    <a:pt x="123325" y="1230"/>
                  </a:lnTo>
                  <a:lnTo>
                    <a:pt x="119195" y="0"/>
                  </a:lnTo>
                  <a:close/>
                </a:path>
                <a:path w="495935" h="44450">
                  <a:moveTo>
                    <a:pt x="132689" y="37889"/>
                  </a:moveTo>
                  <a:lnTo>
                    <a:pt x="126879" y="37889"/>
                  </a:lnTo>
                  <a:lnTo>
                    <a:pt x="128052" y="43220"/>
                  </a:lnTo>
                  <a:lnTo>
                    <a:pt x="132689" y="43220"/>
                  </a:lnTo>
                  <a:lnTo>
                    <a:pt x="132689" y="37889"/>
                  </a:lnTo>
                  <a:close/>
                </a:path>
                <a:path w="495935" h="44450">
                  <a:moveTo>
                    <a:pt x="132689" y="20483"/>
                  </a:moveTo>
                  <a:lnTo>
                    <a:pt x="114696" y="20483"/>
                  </a:lnTo>
                  <a:lnTo>
                    <a:pt x="114696" y="26290"/>
                  </a:lnTo>
                  <a:lnTo>
                    <a:pt x="126227" y="26290"/>
                  </a:lnTo>
                  <a:lnTo>
                    <a:pt x="126200" y="26992"/>
                  </a:lnTo>
                  <a:lnTo>
                    <a:pt x="126090" y="29875"/>
                  </a:lnTo>
                  <a:lnTo>
                    <a:pt x="124956" y="32734"/>
                  </a:lnTo>
                  <a:lnTo>
                    <a:pt x="120661" y="37003"/>
                  </a:lnTo>
                  <a:lnTo>
                    <a:pt x="117861" y="38065"/>
                  </a:lnTo>
                  <a:lnTo>
                    <a:pt x="126749" y="38065"/>
                  </a:lnTo>
                  <a:lnTo>
                    <a:pt x="126879" y="37889"/>
                  </a:lnTo>
                  <a:lnTo>
                    <a:pt x="132689" y="37889"/>
                  </a:lnTo>
                  <a:lnTo>
                    <a:pt x="132689" y="20483"/>
                  </a:lnTo>
                  <a:close/>
                </a:path>
                <a:path w="495935" h="44450">
                  <a:moveTo>
                    <a:pt x="129689" y="6151"/>
                  </a:moveTo>
                  <a:lnTo>
                    <a:pt x="117807" y="6151"/>
                  </a:lnTo>
                  <a:lnTo>
                    <a:pt x="119754" y="6738"/>
                  </a:lnTo>
                  <a:lnTo>
                    <a:pt x="123541" y="9585"/>
                  </a:lnTo>
                  <a:lnTo>
                    <a:pt x="124722" y="11490"/>
                  </a:lnTo>
                  <a:lnTo>
                    <a:pt x="125251" y="13989"/>
                  </a:lnTo>
                  <a:lnTo>
                    <a:pt x="132203" y="13989"/>
                  </a:lnTo>
                  <a:lnTo>
                    <a:pt x="131660" y="10058"/>
                  </a:lnTo>
                  <a:lnTo>
                    <a:pt x="131594" y="9585"/>
                  </a:lnTo>
                  <a:lnTo>
                    <a:pt x="129689" y="6151"/>
                  </a:lnTo>
                  <a:close/>
                </a:path>
                <a:path w="495935" h="44450">
                  <a:moveTo>
                    <a:pt x="189706" y="1093"/>
                  </a:moveTo>
                  <a:lnTo>
                    <a:pt x="159501" y="1093"/>
                  </a:lnTo>
                  <a:lnTo>
                    <a:pt x="159501" y="43220"/>
                  </a:lnTo>
                  <a:lnTo>
                    <a:pt x="190475" y="43220"/>
                  </a:lnTo>
                  <a:lnTo>
                    <a:pt x="190475" y="36902"/>
                  </a:lnTo>
                  <a:lnTo>
                    <a:pt x="166392" y="36902"/>
                  </a:lnTo>
                  <a:lnTo>
                    <a:pt x="166392" y="24173"/>
                  </a:lnTo>
                  <a:lnTo>
                    <a:pt x="187899" y="24173"/>
                  </a:lnTo>
                  <a:lnTo>
                    <a:pt x="187899" y="18276"/>
                  </a:lnTo>
                  <a:lnTo>
                    <a:pt x="166392" y="18276"/>
                  </a:lnTo>
                  <a:lnTo>
                    <a:pt x="166392" y="7274"/>
                  </a:lnTo>
                  <a:lnTo>
                    <a:pt x="189706" y="7274"/>
                  </a:lnTo>
                  <a:lnTo>
                    <a:pt x="189706" y="1093"/>
                  </a:lnTo>
                  <a:close/>
                </a:path>
                <a:path w="495935" h="44450">
                  <a:moveTo>
                    <a:pt x="223215" y="1093"/>
                  </a:moveTo>
                  <a:lnTo>
                    <a:pt x="215776" y="1093"/>
                  </a:lnTo>
                  <a:lnTo>
                    <a:pt x="215776" y="43220"/>
                  </a:lnTo>
                  <a:lnTo>
                    <a:pt x="222491" y="43220"/>
                  </a:lnTo>
                  <a:lnTo>
                    <a:pt x="222491" y="11706"/>
                  </a:lnTo>
                  <a:lnTo>
                    <a:pt x="229823" y="11706"/>
                  </a:lnTo>
                  <a:lnTo>
                    <a:pt x="223215" y="1093"/>
                  </a:lnTo>
                  <a:close/>
                </a:path>
                <a:path w="495935" h="44450">
                  <a:moveTo>
                    <a:pt x="229823" y="11706"/>
                  </a:moveTo>
                  <a:lnTo>
                    <a:pt x="222491" y="11706"/>
                  </a:lnTo>
                  <a:lnTo>
                    <a:pt x="242229" y="43220"/>
                  </a:lnTo>
                  <a:lnTo>
                    <a:pt x="249613" y="43220"/>
                  </a:lnTo>
                  <a:lnTo>
                    <a:pt x="249613" y="32608"/>
                  </a:lnTo>
                  <a:lnTo>
                    <a:pt x="242837" y="32608"/>
                  </a:lnTo>
                  <a:lnTo>
                    <a:pt x="229823" y="11706"/>
                  </a:lnTo>
                  <a:close/>
                </a:path>
                <a:path w="495935" h="44450">
                  <a:moveTo>
                    <a:pt x="249613" y="1093"/>
                  </a:moveTo>
                  <a:lnTo>
                    <a:pt x="242837" y="1093"/>
                  </a:lnTo>
                  <a:lnTo>
                    <a:pt x="242837" y="32608"/>
                  </a:lnTo>
                  <a:lnTo>
                    <a:pt x="249613" y="32608"/>
                  </a:lnTo>
                  <a:lnTo>
                    <a:pt x="249613" y="1093"/>
                  </a:lnTo>
                  <a:close/>
                </a:path>
                <a:path w="495935" h="44450">
                  <a:moveTo>
                    <a:pt x="284242" y="1093"/>
                  </a:moveTo>
                  <a:lnTo>
                    <a:pt x="277204" y="1093"/>
                  </a:lnTo>
                  <a:lnTo>
                    <a:pt x="277204" y="43220"/>
                  </a:lnTo>
                  <a:lnTo>
                    <a:pt x="284242" y="43220"/>
                  </a:lnTo>
                  <a:lnTo>
                    <a:pt x="284242" y="1093"/>
                  </a:lnTo>
                  <a:close/>
                </a:path>
                <a:path w="495935" h="44450">
                  <a:moveTo>
                    <a:pt x="342061" y="1093"/>
                  </a:moveTo>
                  <a:lnTo>
                    <a:pt x="311853" y="1093"/>
                  </a:lnTo>
                  <a:lnTo>
                    <a:pt x="311853" y="43220"/>
                  </a:lnTo>
                  <a:lnTo>
                    <a:pt x="342832" y="43220"/>
                  </a:lnTo>
                  <a:lnTo>
                    <a:pt x="342832" y="36902"/>
                  </a:lnTo>
                  <a:lnTo>
                    <a:pt x="318748" y="36902"/>
                  </a:lnTo>
                  <a:lnTo>
                    <a:pt x="318748" y="24173"/>
                  </a:lnTo>
                  <a:lnTo>
                    <a:pt x="340254" y="24173"/>
                  </a:lnTo>
                  <a:lnTo>
                    <a:pt x="340254" y="18276"/>
                  </a:lnTo>
                  <a:lnTo>
                    <a:pt x="318748" y="18276"/>
                  </a:lnTo>
                  <a:lnTo>
                    <a:pt x="318748" y="7274"/>
                  </a:lnTo>
                  <a:lnTo>
                    <a:pt x="342061" y="7274"/>
                  </a:lnTo>
                  <a:lnTo>
                    <a:pt x="342061" y="1093"/>
                  </a:lnTo>
                  <a:close/>
                </a:path>
                <a:path w="495935" h="44450">
                  <a:moveTo>
                    <a:pt x="392212" y="1183"/>
                  </a:moveTo>
                  <a:lnTo>
                    <a:pt x="368129" y="1183"/>
                  </a:lnTo>
                  <a:lnTo>
                    <a:pt x="368129" y="43220"/>
                  </a:lnTo>
                  <a:lnTo>
                    <a:pt x="375080" y="43220"/>
                  </a:lnTo>
                  <a:lnTo>
                    <a:pt x="375080" y="25890"/>
                  </a:lnTo>
                  <a:lnTo>
                    <a:pt x="398451" y="25890"/>
                  </a:lnTo>
                  <a:lnTo>
                    <a:pt x="397310" y="24083"/>
                  </a:lnTo>
                  <a:lnTo>
                    <a:pt x="396072" y="23215"/>
                  </a:lnTo>
                  <a:lnTo>
                    <a:pt x="394351" y="22661"/>
                  </a:lnTo>
                  <a:lnTo>
                    <a:pt x="396284" y="21920"/>
                  </a:lnTo>
                  <a:lnTo>
                    <a:pt x="397767" y="20695"/>
                  </a:lnTo>
                  <a:lnTo>
                    <a:pt x="398212" y="19975"/>
                  </a:lnTo>
                  <a:lnTo>
                    <a:pt x="375023" y="19975"/>
                  </a:lnTo>
                  <a:lnTo>
                    <a:pt x="375023" y="7009"/>
                  </a:lnTo>
                  <a:lnTo>
                    <a:pt x="399574" y="7009"/>
                  </a:lnTo>
                  <a:lnTo>
                    <a:pt x="399341" y="6375"/>
                  </a:lnTo>
                  <a:lnTo>
                    <a:pt x="395122" y="2217"/>
                  </a:lnTo>
                  <a:lnTo>
                    <a:pt x="392212" y="1183"/>
                  </a:lnTo>
                  <a:close/>
                </a:path>
                <a:path w="495935" h="44450">
                  <a:moveTo>
                    <a:pt x="398451" y="25890"/>
                  </a:moveTo>
                  <a:lnTo>
                    <a:pt x="388037" y="25890"/>
                  </a:lnTo>
                  <a:lnTo>
                    <a:pt x="390159" y="26466"/>
                  </a:lnTo>
                  <a:lnTo>
                    <a:pt x="389835" y="26466"/>
                  </a:lnTo>
                  <a:lnTo>
                    <a:pt x="391665" y="28126"/>
                  </a:lnTo>
                  <a:lnTo>
                    <a:pt x="392234" y="29933"/>
                  </a:lnTo>
                  <a:lnTo>
                    <a:pt x="392589" y="37129"/>
                  </a:lnTo>
                  <a:lnTo>
                    <a:pt x="392691" y="39315"/>
                  </a:lnTo>
                  <a:lnTo>
                    <a:pt x="392811" y="40506"/>
                  </a:lnTo>
                  <a:lnTo>
                    <a:pt x="393004" y="41413"/>
                  </a:lnTo>
                  <a:lnTo>
                    <a:pt x="393131" y="42007"/>
                  </a:lnTo>
                  <a:lnTo>
                    <a:pt x="393364" y="42663"/>
                  </a:lnTo>
                  <a:lnTo>
                    <a:pt x="393668" y="43220"/>
                  </a:lnTo>
                  <a:lnTo>
                    <a:pt x="401507" y="43220"/>
                  </a:lnTo>
                  <a:lnTo>
                    <a:pt x="401507" y="42007"/>
                  </a:lnTo>
                  <a:lnTo>
                    <a:pt x="400464" y="41413"/>
                  </a:lnTo>
                  <a:lnTo>
                    <a:pt x="399877" y="39815"/>
                  </a:lnTo>
                  <a:lnTo>
                    <a:pt x="399773" y="37129"/>
                  </a:lnTo>
                  <a:lnTo>
                    <a:pt x="399486" y="32636"/>
                  </a:lnTo>
                  <a:lnTo>
                    <a:pt x="399388" y="31092"/>
                  </a:lnTo>
                  <a:lnTo>
                    <a:pt x="399262" y="28411"/>
                  </a:lnTo>
                  <a:lnTo>
                    <a:pt x="398815" y="26466"/>
                  </a:lnTo>
                  <a:lnTo>
                    <a:pt x="398451" y="25890"/>
                  </a:lnTo>
                  <a:close/>
                </a:path>
                <a:path w="495935" h="44450">
                  <a:moveTo>
                    <a:pt x="399574" y="7009"/>
                  </a:moveTo>
                  <a:lnTo>
                    <a:pt x="388113" y="7009"/>
                  </a:lnTo>
                  <a:lnTo>
                    <a:pt x="390175" y="7515"/>
                  </a:lnTo>
                  <a:lnTo>
                    <a:pt x="392673" y="9538"/>
                  </a:lnTo>
                  <a:lnTo>
                    <a:pt x="393297" y="11169"/>
                  </a:lnTo>
                  <a:lnTo>
                    <a:pt x="393297" y="15727"/>
                  </a:lnTo>
                  <a:lnTo>
                    <a:pt x="392663" y="17397"/>
                  </a:lnTo>
                  <a:lnTo>
                    <a:pt x="390107" y="19457"/>
                  </a:lnTo>
                  <a:lnTo>
                    <a:pt x="387997" y="19975"/>
                  </a:lnTo>
                  <a:lnTo>
                    <a:pt x="398212" y="19975"/>
                  </a:lnTo>
                  <a:lnTo>
                    <a:pt x="399805" y="17397"/>
                  </a:lnTo>
                  <a:lnTo>
                    <a:pt x="400274" y="15727"/>
                  </a:lnTo>
                  <a:lnTo>
                    <a:pt x="400395" y="9236"/>
                  </a:lnTo>
                  <a:lnTo>
                    <a:pt x="399574" y="7009"/>
                  </a:lnTo>
                  <a:close/>
                </a:path>
                <a:path w="495935" h="44450">
                  <a:moveTo>
                    <a:pt x="434019" y="1093"/>
                  </a:moveTo>
                  <a:lnTo>
                    <a:pt x="426981" y="1093"/>
                  </a:lnTo>
                  <a:lnTo>
                    <a:pt x="426981" y="43220"/>
                  </a:lnTo>
                  <a:lnTo>
                    <a:pt x="434019" y="43220"/>
                  </a:lnTo>
                  <a:lnTo>
                    <a:pt x="434019" y="1093"/>
                  </a:lnTo>
                  <a:close/>
                </a:path>
                <a:path w="495935" h="44450">
                  <a:moveTo>
                    <a:pt x="480366" y="1093"/>
                  </a:moveTo>
                  <a:lnTo>
                    <a:pt x="472467" y="1093"/>
                  </a:lnTo>
                  <a:lnTo>
                    <a:pt x="457172" y="43220"/>
                  </a:lnTo>
                  <a:lnTo>
                    <a:pt x="464491" y="43220"/>
                  </a:lnTo>
                  <a:lnTo>
                    <a:pt x="468184" y="32324"/>
                  </a:lnTo>
                  <a:lnTo>
                    <a:pt x="491837" y="32324"/>
                  </a:lnTo>
                  <a:lnTo>
                    <a:pt x="489681" y="26455"/>
                  </a:lnTo>
                  <a:lnTo>
                    <a:pt x="470124" y="26455"/>
                  </a:lnTo>
                  <a:lnTo>
                    <a:pt x="476392" y="8182"/>
                  </a:lnTo>
                  <a:lnTo>
                    <a:pt x="482969" y="8182"/>
                  </a:lnTo>
                  <a:lnTo>
                    <a:pt x="480366" y="1093"/>
                  </a:lnTo>
                  <a:close/>
                </a:path>
                <a:path w="495935" h="44450">
                  <a:moveTo>
                    <a:pt x="491837" y="32324"/>
                  </a:moveTo>
                  <a:lnTo>
                    <a:pt x="484574" y="32324"/>
                  </a:lnTo>
                  <a:lnTo>
                    <a:pt x="488344" y="43220"/>
                  </a:lnTo>
                  <a:lnTo>
                    <a:pt x="495839" y="43220"/>
                  </a:lnTo>
                  <a:lnTo>
                    <a:pt x="491837" y="32324"/>
                  </a:lnTo>
                  <a:close/>
                </a:path>
                <a:path w="495935" h="44450">
                  <a:moveTo>
                    <a:pt x="482969" y="8182"/>
                  </a:moveTo>
                  <a:lnTo>
                    <a:pt x="476392" y="8182"/>
                  </a:lnTo>
                  <a:lnTo>
                    <a:pt x="482652" y="26455"/>
                  </a:lnTo>
                  <a:lnTo>
                    <a:pt x="489681" y="26455"/>
                  </a:lnTo>
                  <a:lnTo>
                    <a:pt x="482969" y="81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6909486" y="1724436"/>
            <a:ext cx="553085" cy="501015"/>
            <a:chOff x="6909486" y="1724436"/>
            <a:chExt cx="553085" cy="501015"/>
          </a:xfrm>
        </p:grpSpPr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09486" y="1724436"/>
              <a:ext cx="551707" cy="48113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313820" y="1821261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h="1269">
                  <a:moveTo>
                    <a:pt x="0" y="0"/>
                  </a:moveTo>
                  <a:lnTo>
                    <a:pt x="0" y="969"/>
                  </a:lnTo>
                  <a:lnTo>
                    <a:pt x="3" y="641"/>
                  </a:lnTo>
                  <a:lnTo>
                    <a:pt x="3" y="3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37056" y="1805886"/>
              <a:ext cx="382270" cy="318770"/>
            </a:xfrm>
            <a:custGeom>
              <a:avLst/>
              <a:gdLst/>
              <a:ahLst/>
              <a:cxnLst/>
              <a:rect l="l" t="t" r="r" b="b"/>
              <a:pathLst>
                <a:path w="382270" h="318769">
                  <a:moveTo>
                    <a:pt x="369853" y="0"/>
                  </a:moveTo>
                  <a:lnTo>
                    <a:pt x="330157" y="24258"/>
                  </a:lnTo>
                  <a:lnTo>
                    <a:pt x="292299" y="49885"/>
                  </a:lnTo>
                  <a:lnTo>
                    <a:pt x="255391" y="77337"/>
                  </a:lnTo>
                  <a:lnTo>
                    <a:pt x="218543" y="107073"/>
                  </a:lnTo>
                  <a:lnTo>
                    <a:pt x="180867" y="139549"/>
                  </a:lnTo>
                  <a:lnTo>
                    <a:pt x="141474" y="175225"/>
                  </a:lnTo>
                  <a:lnTo>
                    <a:pt x="99474" y="214556"/>
                  </a:lnTo>
                  <a:lnTo>
                    <a:pt x="53979" y="258002"/>
                  </a:lnTo>
                  <a:lnTo>
                    <a:pt x="4099" y="306020"/>
                  </a:lnTo>
                  <a:lnTo>
                    <a:pt x="4099" y="306834"/>
                  </a:lnTo>
                  <a:lnTo>
                    <a:pt x="3279" y="307648"/>
                  </a:lnTo>
                  <a:lnTo>
                    <a:pt x="0" y="313394"/>
                  </a:lnTo>
                  <a:lnTo>
                    <a:pt x="5737" y="318293"/>
                  </a:lnTo>
                  <a:lnTo>
                    <a:pt x="11451" y="314200"/>
                  </a:lnTo>
                  <a:lnTo>
                    <a:pt x="48666" y="279441"/>
                  </a:lnTo>
                  <a:lnTo>
                    <a:pt x="86648" y="245545"/>
                  </a:lnTo>
                  <a:lnTo>
                    <a:pt x="125376" y="212525"/>
                  </a:lnTo>
                  <a:lnTo>
                    <a:pt x="164831" y="180395"/>
                  </a:lnTo>
                  <a:lnTo>
                    <a:pt x="204992" y="149167"/>
                  </a:lnTo>
                  <a:lnTo>
                    <a:pt x="245840" y="118855"/>
                  </a:lnTo>
                  <a:lnTo>
                    <a:pt x="287355" y="89472"/>
                  </a:lnTo>
                  <a:lnTo>
                    <a:pt x="329516" y="61033"/>
                  </a:lnTo>
                  <a:lnTo>
                    <a:pt x="372304" y="33550"/>
                  </a:lnTo>
                  <a:lnTo>
                    <a:pt x="378045" y="30279"/>
                  </a:lnTo>
                  <a:lnTo>
                    <a:pt x="382136" y="22081"/>
                  </a:lnTo>
                  <a:lnTo>
                    <a:pt x="378045" y="14730"/>
                  </a:lnTo>
                  <a:lnTo>
                    <a:pt x="375580" y="9809"/>
                  </a:lnTo>
                  <a:lnTo>
                    <a:pt x="372304" y="4906"/>
                  </a:lnTo>
                  <a:lnTo>
                    <a:pt x="369853" y="0"/>
                  </a:lnTo>
                  <a:close/>
                </a:path>
              </a:pathLst>
            </a:custGeom>
            <a:solidFill>
              <a:srgbClr val="C737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17047" y="2163308"/>
              <a:ext cx="545465" cy="62230"/>
            </a:xfrm>
            <a:custGeom>
              <a:avLst/>
              <a:gdLst/>
              <a:ahLst/>
              <a:cxnLst/>
              <a:rect l="l" t="t" r="r" b="b"/>
              <a:pathLst>
                <a:path w="545465" h="62230">
                  <a:moveTo>
                    <a:pt x="8989" y="31910"/>
                  </a:moveTo>
                  <a:lnTo>
                    <a:pt x="2444" y="31910"/>
                  </a:lnTo>
                  <a:lnTo>
                    <a:pt x="0" y="38447"/>
                  </a:lnTo>
                  <a:lnTo>
                    <a:pt x="4079" y="42541"/>
                  </a:lnTo>
                  <a:lnTo>
                    <a:pt x="8989" y="44988"/>
                  </a:lnTo>
                  <a:lnTo>
                    <a:pt x="18071" y="46348"/>
                  </a:lnTo>
                  <a:lnTo>
                    <a:pt x="35924" y="49370"/>
                  </a:lnTo>
                  <a:lnTo>
                    <a:pt x="98262" y="55429"/>
                  </a:lnTo>
                  <a:lnTo>
                    <a:pt x="151676" y="58879"/>
                  </a:lnTo>
                  <a:lnTo>
                    <a:pt x="205274" y="61057"/>
                  </a:lnTo>
                  <a:lnTo>
                    <a:pt x="259077" y="61939"/>
                  </a:lnTo>
                  <a:lnTo>
                    <a:pt x="313108" y="61502"/>
                  </a:lnTo>
                  <a:lnTo>
                    <a:pt x="367390" y="59723"/>
                  </a:lnTo>
                  <a:lnTo>
                    <a:pt x="411780" y="56963"/>
                  </a:lnTo>
                  <a:lnTo>
                    <a:pt x="428606" y="55699"/>
                  </a:lnTo>
                  <a:lnTo>
                    <a:pt x="437760" y="54817"/>
                  </a:lnTo>
                  <a:lnTo>
                    <a:pt x="454344" y="53450"/>
                  </a:lnTo>
                  <a:lnTo>
                    <a:pt x="504864" y="48275"/>
                  </a:lnTo>
                  <a:lnTo>
                    <a:pt x="521369" y="43377"/>
                  </a:lnTo>
                  <a:lnTo>
                    <a:pt x="532436" y="34502"/>
                  </a:lnTo>
                  <a:lnTo>
                    <a:pt x="106353" y="34502"/>
                  </a:lnTo>
                  <a:lnTo>
                    <a:pt x="57659" y="33672"/>
                  </a:lnTo>
                  <a:lnTo>
                    <a:pt x="8989" y="31910"/>
                  </a:lnTo>
                  <a:close/>
                </a:path>
                <a:path w="545465" h="62230">
                  <a:moveTo>
                    <a:pt x="544943" y="0"/>
                  </a:moveTo>
                  <a:lnTo>
                    <a:pt x="543326" y="0"/>
                  </a:lnTo>
                  <a:lnTo>
                    <a:pt x="495060" y="7563"/>
                  </a:lnTo>
                  <a:lnTo>
                    <a:pt x="446689" y="14194"/>
                  </a:lnTo>
                  <a:lnTo>
                    <a:pt x="398227" y="19892"/>
                  </a:lnTo>
                  <a:lnTo>
                    <a:pt x="349688" y="24659"/>
                  </a:lnTo>
                  <a:lnTo>
                    <a:pt x="301088" y="28493"/>
                  </a:lnTo>
                  <a:lnTo>
                    <a:pt x="252440" y="31394"/>
                  </a:lnTo>
                  <a:lnTo>
                    <a:pt x="203758" y="33363"/>
                  </a:lnTo>
                  <a:lnTo>
                    <a:pt x="150208" y="34502"/>
                  </a:lnTo>
                  <a:lnTo>
                    <a:pt x="532436" y="34502"/>
                  </a:lnTo>
                  <a:lnTo>
                    <a:pt x="535031" y="32422"/>
                  </a:lnTo>
                  <a:lnTo>
                    <a:pt x="543628" y="17324"/>
                  </a:lnTo>
                  <a:lnTo>
                    <a:pt x="544943" y="0"/>
                  </a:lnTo>
                  <a:close/>
                </a:path>
              </a:pathLst>
            </a:custGeom>
            <a:solidFill>
              <a:srgbClr val="727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35749" y="1737278"/>
              <a:ext cx="279400" cy="454659"/>
            </a:xfrm>
            <a:custGeom>
              <a:avLst/>
              <a:gdLst/>
              <a:ahLst/>
              <a:cxnLst/>
              <a:rect l="l" t="t" r="r" b="b"/>
              <a:pathLst>
                <a:path w="279400" h="454660">
                  <a:moveTo>
                    <a:pt x="134429" y="31470"/>
                  </a:moveTo>
                  <a:lnTo>
                    <a:pt x="107454" y="406"/>
                  </a:lnTo>
                  <a:lnTo>
                    <a:pt x="95948" y="0"/>
                  </a:lnTo>
                  <a:lnTo>
                    <a:pt x="86233" y="3429"/>
                  </a:lnTo>
                  <a:lnTo>
                    <a:pt x="79298" y="10071"/>
                  </a:lnTo>
                  <a:lnTo>
                    <a:pt x="76174" y="19316"/>
                  </a:lnTo>
                  <a:lnTo>
                    <a:pt x="78003" y="24892"/>
                  </a:lnTo>
                  <a:lnTo>
                    <a:pt x="84378" y="23964"/>
                  </a:lnTo>
                  <a:lnTo>
                    <a:pt x="93992" y="21069"/>
                  </a:lnTo>
                  <a:lnTo>
                    <a:pt x="105524" y="20777"/>
                  </a:lnTo>
                  <a:lnTo>
                    <a:pt x="116662" y="25793"/>
                  </a:lnTo>
                  <a:lnTo>
                    <a:pt x="125564" y="32550"/>
                  </a:lnTo>
                  <a:lnTo>
                    <a:pt x="131673" y="36093"/>
                  </a:lnTo>
                  <a:lnTo>
                    <a:pt x="134429" y="31470"/>
                  </a:lnTo>
                  <a:close/>
                </a:path>
                <a:path w="279400" h="454660">
                  <a:moveTo>
                    <a:pt x="278904" y="285026"/>
                  </a:moveTo>
                  <a:lnTo>
                    <a:pt x="277837" y="282003"/>
                  </a:lnTo>
                  <a:lnTo>
                    <a:pt x="237769" y="292684"/>
                  </a:lnTo>
                  <a:lnTo>
                    <a:pt x="199529" y="301434"/>
                  </a:lnTo>
                  <a:lnTo>
                    <a:pt x="160464" y="308597"/>
                  </a:lnTo>
                  <a:lnTo>
                    <a:pt x="118008" y="314464"/>
                  </a:lnTo>
                  <a:lnTo>
                    <a:pt x="89154" y="298653"/>
                  </a:lnTo>
                  <a:lnTo>
                    <a:pt x="61226" y="284848"/>
                  </a:lnTo>
                  <a:lnTo>
                    <a:pt x="32931" y="272364"/>
                  </a:lnTo>
                  <a:lnTo>
                    <a:pt x="2984" y="260502"/>
                  </a:lnTo>
                  <a:lnTo>
                    <a:pt x="0" y="262813"/>
                  </a:lnTo>
                  <a:lnTo>
                    <a:pt x="25146" y="281647"/>
                  </a:lnTo>
                  <a:lnTo>
                    <a:pt x="48628" y="301078"/>
                  </a:lnTo>
                  <a:lnTo>
                    <a:pt x="71043" y="321348"/>
                  </a:lnTo>
                  <a:lnTo>
                    <a:pt x="92964" y="342722"/>
                  </a:lnTo>
                  <a:lnTo>
                    <a:pt x="88442" y="371271"/>
                  </a:lnTo>
                  <a:lnTo>
                    <a:pt x="85407" y="399211"/>
                  </a:lnTo>
                  <a:lnTo>
                    <a:pt x="83794" y="426834"/>
                  </a:lnTo>
                  <a:lnTo>
                    <a:pt x="83540" y="454444"/>
                  </a:lnTo>
                  <a:lnTo>
                    <a:pt x="86855" y="454215"/>
                  </a:lnTo>
                  <a:lnTo>
                    <a:pt x="96240" y="428180"/>
                  </a:lnTo>
                  <a:lnTo>
                    <a:pt x="107010" y="402412"/>
                  </a:lnTo>
                  <a:lnTo>
                    <a:pt x="119011" y="376923"/>
                  </a:lnTo>
                  <a:lnTo>
                    <a:pt x="132143" y="351751"/>
                  </a:lnTo>
                  <a:lnTo>
                    <a:pt x="135318" y="350926"/>
                  </a:lnTo>
                  <a:lnTo>
                    <a:pt x="176720" y="335000"/>
                  </a:lnTo>
                  <a:lnTo>
                    <a:pt x="212153" y="319900"/>
                  </a:lnTo>
                  <a:lnTo>
                    <a:pt x="245478" y="303657"/>
                  </a:lnTo>
                  <a:lnTo>
                    <a:pt x="278904" y="285026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64347" y="2600272"/>
            <a:ext cx="506898" cy="82278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6400613" y="2324271"/>
            <a:ext cx="1570990" cy="227965"/>
            <a:chOff x="6400613" y="2324271"/>
            <a:chExt cx="1570990" cy="227965"/>
          </a:xfrm>
        </p:grpSpPr>
        <p:sp>
          <p:nvSpPr>
            <p:cNvPr id="44" name="object 44"/>
            <p:cNvSpPr/>
            <p:nvPr/>
          </p:nvSpPr>
          <p:spPr>
            <a:xfrm>
              <a:off x="6961374" y="2324271"/>
              <a:ext cx="1010285" cy="227965"/>
            </a:xfrm>
            <a:custGeom>
              <a:avLst/>
              <a:gdLst/>
              <a:ahLst/>
              <a:cxnLst/>
              <a:rect l="l" t="t" r="r" b="b"/>
              <a:pathLst>
                <a:path w="1010284" h="227964">
                  <a:moveTo>
                    <a:pt x="28425" y="9655"/>
                  </a:moveTo>
                  <a:lnTo>
                    <a:pt x="0" y="9655"/>
                  </a:lnTo>
                  <a:lnTo>
                    <a:pt x="0" y="223445"/>
                  </a:lnTo>
                  <a:lnTo>
                    <a:pt x="28425" y="223445"/>
                  </a:lnTo>
                  <a:lnTo>
                    <a:pt x="28425" y="118803"/>
                  </a:lnTo>
                  <a:lnTo>
                    <a:pt x="155267" y="118803"/>
                  </a:lnTo>
                  <a:lnTo>
                    <a:pt x="155267" y="93513"/>
                  </a:lnTo>
                  <a:lnTo>
                    <a:pt x="28425" y="93513"/>
                  </a:lnTo>
                  <a:lnTo>
                    <a:pt x="28425" y="9655"/>
                  </a:lnTo>
                  <a:close/>
                </a:path>
                <a:path w="1010284" h="227964">
                  <a:moveTo>
                    <a:pt x="155267" y="118803"/>
                  </a:moveTo>
                  <a:lnTo>
                    <a:pt x="126842" y="118803"/>
                  </a:lnTo>
                  <a:lnTo>
                    <a:pt x="126842" y="223445"/>
                  </a:lnTo>
                  <a:lnTo>
                    <a:pt x="155267" y="223445"/>
                  </a:lnTo>
                  <a:lnTo>
                    <a:pt x="155267" y="118803"/>
                  </a:lnTo>
                  <a:close/>
                </a:path>
                <a:path w="1010284" h="227964">
                  <a:moveTo>
                    <a:pt x="155267" y="9655"/>
                  </a:moveTo>
                  <a:lnTo>
                    <a:pt x="126842" y="9655"/>
                  </a:lnTo>
                  <a:lnTo>
                    <a:pt x="126842" y="93513"/>
                  </a:lnTo>
                  <a:lnTo>
                    <a:pt x="155267" y="93513"/>
                  </a:lnTo>
                  <a:lnTo>
                    <a:pt x="155267" y="9655"/>
                  </a:lnTo>
                  <a:close/>
                </a:path>
                <a:path w="1010284" h="227964">
                  <a:moveTo>
                    <a:pt x="259664" y="58619"/>
                  </a:moveTo>
                  <a:lnTo>
                    <a:pt x="216991" y="71665"/>
                  </a:lnTo>
                  <a:lnTo>
                    <a:pt x="190550" y="108990"/>
                  </a:lnTo>
                  <a:lnTo>
                    <a:pt x="185411" y="144194"/>
                  </a:lnTo>
                  <a:lnTo>
                    <a:pt x="186734" y="162941"/>
                  </a:lnTo>
                  <a:lnTo>
                    <a:pt x="206582" y="205557"/>
                  </a:lnTo>
                  <a:lnTo>
                    <a:pt x="247998" y="225820"/>
                  </a:lnTo>
                  <a:lnTo>
                    <a:pt x="266082" y="227171"/>
                  </a:lnTo>
                  <a:lnTo>
                    <a:pt x="272602" y="227171"/>
                  </a:lnTo>
                  <a:lnTo>
                    <a:pt x="320925" y="213692"/>
                  </a:lnTo>
                  <a:lnTo>
                    <a:pt x="320925" y="203644"/>
                  </a:lnTo>
                  <a:lnTo>
                    <a:pt x="265837" y="203644"/>
                  </a:lnTo>
                  <a:lnTo>
                    <a:pt x="254084" y="202717"/>
                  </a:lnTo>
                  <a:lnTo>
                    <a:pt x="220775" y="180627"/>
                  </a:lnTo>
                  <a:lnTo>
                    <a:pt x="212857" y="146056"/>
                  </a:lnTo>
                  <a:lnTo>
                    <a:pt x="323966" y="146056"/>
                  </a:lnTo>
                  <a:lnTo>
                    <a:pt x="323966" y="131400"/>
                  </a:lnTo>
                  <a:lnTo>
                    <a:pt x="323787" y="125595"/>
                  </a:lnTo>
                  <a:lnTo>
                    <a:pt x="323780" y="125374"/>
                  </a:lnTo>
                  <a:lnTo>
                    <a:pt x="212857" y="125374"/>
                  </a:lnTo>
                  <a:lnTo>
                    <a:pt x="213443" y="118559"/>
                  </a:lnTo>
                  <a:lnTo>
                    <a:pt x="234763" y="86259"/>
                  </a:lnTo>
                  <a:lnTo>
                    <a:pt x="250891" y="80871"/>
                  </a:lnTo>
                  <a:lnTo>
                    <a:pt x="309897" y="80871"/>
                  </a:lnTo>
                  <a:lnTo>
                    <a:pt x="306172" y="76410"/>
                  </a:lnTo>
                  <a:lnTo>
                    <a:pt x="266905" y="58886"/>
                  </a:lnTo>
                  <a:lnTo>
                    <a:pt x="259664" y="58619"/>
                  </a:lnTo>
                  <a:close/>
                </a:path>
                <a:path w="1010284" h="227964">
                  <a:moveTo>
                    <a:pt x="320925" y="184237"/>
                  </a:moveTo>
                  <a:lnTo>
                    <a:pt x="319359" y="184237"/>
                  </a:lnTo>
                  <a:lnTo>
                    <a:pt x="317152" y="186048"/>
                  </a:lnTo>
                  <a:lnTo>
                    <a:pt x="314359" y="188010"/>
                  </a:lnTo>
                  <a:lnTo>
                    <a:pt x="277552" y="202957"/>
                  </a:lnTo>
                  <a:lnTo>
                    <a:pt x="271767" y="203644"/>
                  </a:lnTo>
                  <a:lnTo>
                    <a:pt x="320925" y="203644"/>
                  </a:lnTo>
                  <a:lnTo>
                    <a:pt x="320925" y="184237"/>
                  </a:lnTo>
                  <a:close/>
                </a:path>
                <a:path w="1010284" h="227964">
                  <a:moveTo>
                    <a:pt x="309897" y="80871"/>
                  </a:moveTo>
                  <a:lnTo>
                    <a:pt x="265348" y="80871"/>
                  </a:lnTo>
                  <a:lnTo>
                    <a:pt x="271703" y="81946"/>
                  </a:lnTo>
                  <a:lnTo>
                    <a:pt x="271536" y="81946"/>
                  </a:lnTo>
                  <a:lnTo>
                    <a:pt x="295098" y="106552"/>
                  </a:lnTo>
                  <a:lnTo>
                    <a:pt x="296664" y="111845"/>
                  </a:lnTo>
                  <a:lnTo>
                    <a:pt x="297500" y="118120"/>
                  </a:lnTo>
                  <a:lnTo>
                    <a:pt x="297608" y="122167"/>
                  </a:lnTo>
                  <a:lnTo>
                    <a:pt x="297694" y="125374"/>
                  </a:lnTo>
                  <a:lnTo>
                    <a:pt x="323780" y="125374"/>
                  </a:lnTo>
                  <a:lnTo>
                    <a:pt x="313777" y="86629"/>
                  </a:lnTo>
                  <a:lnTo>
                    <a:pt x="310225" y="81263"/>
                  </a:lnTo>
                  <a:lnTo>
                    <a:pt x="309897" y="80871"/>
                  </a:lnTo>
                  <a:close/>
                </a:path>
                <a:path w="1010284" h="227964">
                  <a:moveTo>
                    <a:pt x="378809" y="0"/>
                  </a:moveTo>
                  <a:lnTo>
                    <a:pt x="351806" y="0"/>
                  </a:lnTo>
                  <a:lnTo>
                    <a:pt x="351806" y="223445"/>
                  </a:lnTo>
                  <a:lnTo>
                    <a:pt x="378809" y="223445"/>
                  </a:lnTo>
                  <a:lnTo>
                    <a:pt x="378809" y="0"/>
                  </a:lnTo>
                  <a:close/>
                </a:path>
                <a:path w="1010284" h="227964">
                  <a:moveTo>
                    <a:pt x="446299" y="63079"/>
                  </a:moveTo>
                  <a:lnTo>
                    <a:pt x="419291" y="63079"/>
                  </a:lnTo>
                  <a:lnTo>
                    <a:pt x="419291" y="223445"/>
                  </a:lnTo>
                  <a:lnTo>
                    <a:pt x="446299" y="223445"/>
                  </a:lnTo>
                  <a:lnTo>
                    <a:pt x="446299" y="63079"/>
                  </a:lnTo>
                  <a:close/>
                </a:path>
                <a:path w="1010284" h="227964">
                  <a:moveTo>
                    <a:pt x="448160" y="8186"/>
                  </a:moveTo>
                  <a:lnTo>
                    <a:pt x="417431" y="8186"/>
                  </a:lnTo>
                  <a:lnTo>
                    <a:pt x="417431" y="36169"/>
                  </a:lnTo>
                  <a:lnTo>
                    <a:pt x="448160" y="36169"/>
                  </a:lnTo>
                  <a:lnTo>
                    <a:pt x="448160" y="8186"/>
                  </a:lnTo>
                  <a:close/>
                </a:path>
                <a:path w="1010284" h="227964">
                  <a:moveTo>
                    <a:pt x="546379" y="58619"/>
                  </a:moveTo>
                  <a:lnTo>
                    <a:pt x="504972" y="71129"/>
                  </a:lnTo>
                  <a:lnTo>
                    <a:pt x="479510" y="107624"/>
                  </a:lnTo>
                  <a:lnTo>
                    <a:pt x="474577" y="143313"/>
                  </a:lnTo>
                  <a:lnTo>
                    <a:pt x="475772" y="161839"/>
                  </a:lnTo>
                  <a:lnTo>
                    <a:pt x="493742" y="205164"/>
                  </a:lnTo>
                  <a:lnTo>
                    <a:pt x="530695" y="226527"/>
                  </a:lnTo>
                  <a:lnTo>
                    <a:pt x="531049" y="226527"/>
                  </a:lnTo>
                  <a:lnTo>
                    <a:pt x="546379" y="227905"/>
                  </a:lnTo>
                  <a:lnTo>
                    <a:pt x="587795" y="215500"/>
                  </a:lnTo>
                  <a:lnTo>
                    <a:pt x="599242" y="204623"/>
                  </a:lnTo>
                  <a:lnTo>
                    <a:pt x="546379" y="204623"/>
                  </a:lnTo>
                  <a:lnTo>
                    <a:pt x="536616" y="203668"/>
                  </a:lnTo>
                  <a:lnTo>
                    <a:pt x="536484" y="203668"/>
                  </a:lnTo>
                  <a:lnTo>
                    <a:pt x="527901" y="200800"/>
                  </a:lnTo>
                  <a:lnTo>
                    <a:pt x="520149" y="195857"/>
                  </a:lnTo>
                  <a:lnTo>
                    <a:pt x="513838" y="189039"/>
                  </a:lnTo>
                  <a:lnTo>
                    <a:pt x="508847" y="180337"/>
                  </a:lnTo>
                  <a:lnTo>
                    <a:pt x="505401" y="170181"/>
                  </a:lnTo>
                  <a:lnTo>
                    <a:pt x="505277" y="169814"/>
                  </a:lnTo>
                  <a:lnTo>
                    <a:pt x="503173" y="157711"/>
                  </a:lnTo>
                  <a:lnTo>
                    <a:pt x="503131" y="157473"/>
                  </a:lnTo>
                  <a:lnTo>
                    <a:pt x="502415" y="143313"/>
                  </a:lnTo>
                  <a:lnTo>
                    <a:pt x="508847" y="105617"/>
                  </a:lnTo>
                  <a:lnTo>
                    <a:pt x="546379" y="81899"/>
                  </a:lnTo>
                  <a:lnTo>
                    <a:pt x="599134" y="81899"/>
                  </a:lnTo>
                  <a:lnTo>
                    <a:pt x="598416" y="80871"/>
                  </a:lnTo>
                  <a:lnTo>
                    <a:pt x="587819" y="71129"/>
                  </a:lnTo>
                  <a:lnTo>
                    <a:pt x="575608" y="64176"/>
                  </a:lnTo>
                  <a:lnTo>
                    <a:pt x="561792" y="60007"/>
                  </a:lnTo>
                  <a:lnTo>
                    <a:pt x="546379" y="58619"/>
                  </a:lnTo>
                  <a:close/>
                </a:path>
                <a:path w="1010284" h="227964">
                  <a:moveTo>
                    <a:pt x="599134" y="81899"/>
                  </a:moveTo>
                  <a:lnTo>
                    <a:pt x="546379" y="81899"/>
                  </a:lnTo>
                  <a:lnTo>
                    <a:pt x="556257" y="82846"/>
                  </a:lnTo>
                  <a:lnTo>
                    <a:pt x="564937" y="85686"/>
                  </a:lnTo>
                  <a:lnTo>
                    <a:pt x="589342" y="128756"/>
                  </a:lnTo>
                  <a:lnTo>
                    <a:pt x="590050" y="143313"/>
                  </a:lnTo>
                  <a:lnTo>
                    <a:pt x="589346" y="157473"/>
                  </a:lnTo>
                  <a:lnTo>
                    <a:pt x="572336" y="196022"/>
                  </a:lnTo>
                  <a:lnTo>
                    <a:pt x="546379" y="204623"/>
                  </a:lnTo>
                  <a:lnTo>
                    <a:pt x="599242" y="204623"/>
                  </a:lnTo>
                  <a:lnTo>
                    <a:pt x="606908" y="193694"/>
                  </a:lnTo>
                  <a:lnTo>
                    <a:pt x="613006" y="179212"/>
                  </a:lnTo>
                  <a:lnTo>
                    <a:pt x="616667" y="162415"/>
                  </a:lnTo>
                  <a:lnTo>
                    <a:pt x="617889" y="143313"/>
                  </a:lnTo>
                  <a:lnTo>
                    <a:pt x="616671" y="124354"/>
                  </a:lnTo>
                  <a:lnTo>
                    <a:pt x="613027" y="107624"/>
                  </a:lnTo>
                  <a:lnTo>
                    <a:pt x="612203" y="105617"/>
                  </a:lnTo>
                  <a:lnTo>
                    <a:pt x="606950" y="93129"/>
                  </a:lnTo>
                  <a:lnTo>
                    <a:pt x="605084" y="90419"/>
                  </a:lnTo>
                  <a:lnTo>
                    <a:pt x="599134" y="81899"/>
                  </a:lnTo>
                  <a:close/>
                </a:path>
                <a:path w="1010284" h="227964">
                  <a:moveTo>
                    <a:pt x="674352" y="85478"/>
                  </a:moveTo>
                  <a:lnTo>
                    <a:pt x="647344" y="85478"/>
                  </a:lnTo>
                  <a:lnTo>
                    <a:pt x="647452" y="176098"/>
                  </a:lnTo>
                  <a:lnTo>
                    <a:pt x="647990" y="184920"/>
                  </a:lnTo>
                  <a:lnTo>
                    <a:pt x="648116" y="186988"/>
                  </a:lnTo>
                  <a:lnTo>
                    <a:pt x="674479" y="223450"/>
                  </a:lnTo>
                  <a:lnTo>
                    <a:pt x="694151" y="226580"/>
                  </a:lnTo>
                  <a:lnTo>
                    <a:pt x="698562" y="226580"/>
                  </a:lnTo>
                  <a:lnTo>
                    <a:pt x="703364" y="226188"/>
                  </a:lnTo>
                  <a:lnTo>
                    <a:pt x="708558" y="225356"/>
                  </a:lnTo>
                  <a:lnTo>
                    <a:pt x="713804" y="224571"/>
                  </a:lnTo>
                  <a:lnTo>
                    <a:pt x="718928" y="223450"/>
                  </a:lnTo>
                  <a:lnTo>
                    <a:pt x="723999" y="221975"/>
                  </a:lnTo>
                  <a:lnTo>
                    <a:pt x="723999" y="202910"/>
                  </a:lnTo>
                  <a:lnTo>
                    <a:pt x="694543" y="202910"/>
                  </a:lnTo>
                  <a:lnTo>
                    <a:pt x="689594" y="202076"/>
                  </a:lnTo>
                  <a:lnTo>
                    <a:pt x="682340" y="198742"/>
                  </a:lnTo>
                  <a:lnTo>
                    <a:pt x="679693" y="196193"/>
                  </a:lnTo>
                  <a:lnTo>
                    <a:pt x="678074" y="192863"/>
                  </a:lnTo>
                  <a:lnTo>
                    <a:pt x="676163" y="189039"/>
                  </a:lnTo>
                  <a:lnTo>
                    <a:pt x="675086" y="184920"/>
                  </a:lnTo>
                  <a:lnTo>
                    <a:pt x="674495" y="176098"/>
                  </a:lnTo>
                  <a:lnTo>
                    <a:pt x="674455" y="174334"/>
                  </a:lnTo>
                  <a:lnTo>
                    <a:pt x="674352" y="85478"/>
                  </a:lnTo>
                  <a:close/>
                </a:path>
                <a:path w="1010284" h="227964">
                  <a:moveTo>
                    <a:pt x="723999" y="197823"/>
                  </a:moveTo>
                  <a:lnTo>
                    <a:pt x="722297" y="197823"/>
                  </a:lnTo>
                  <a:lnTo>
                    <a:pt x="720615" y="198597"/>
                  </a:lnTo>
                  <a:lnTo>
                    <a:pt x="717627" y="199674"/>
                  </a:lnTo>
                  <a:lnTo>
                    <a:pt x="713508" y="200999"/>
                  </a:lnTo>
                  <a:lnTo>
                    <a:pt x="709394" y="202272"/>
                  </a:lnTo>
                  <a:lnTo>
                    <a:pt x="705128" y="202910"/>
                  </a:lnTo>
                  <a:lnTo>
                    <a:pt x="723999" y="202910"/>
                  </a:lnTo>
                  <a:lnTo>
                    <a:pt x="723999" y="197823"/>
                  </a:lnTo>
                  <a:close/>
                </a:path>
                <a:path w="1010284" h="227964">
                  <a:moveTo>
                    <a:pt x="723999" y="63079"/>
                  </a:moveTo>
                  <a:lnTo>
                    <a:pt x="629114" y="63079"/>
                  </a:lnTo>
                  <a:lnTo>
                    <a:pt x="629114" y="85478"/>
                  </a:lnTo>
                  <a:lnTo>
                    <a:pt x="723999" y="85478"/>
                  </a:lnTo>
                  <a:lnTo>
                    <a:pt x="723999" y="63079"/>
                  </a:lnTo>
                  <a:close/>
                </a:path>
                <a:path w="1010284" h="227964">
                  <a:moveTo>
                    <a:pt x="674352" y="17006"/>
                  </a:moveTo>
                  <a:lnTo>
                    <a:pt x="647344" y="17006"/>
                  </a:lnTo>
                  <a:lnTo>
                    <a:pt x="647344" y="63079"/>
                  </a:lnTo>
                  <a:lnTo>
                    <a:pt x="674352" y="63079"/>
                  </a:lnTo>
                  <a:lnTo>
                    <a:pt x="674352" y="17006"/>
                  </a:lnTo>
                  <a:close/>
                </a:path>
                <a:path w="1010284" h="227964">
                  <a:moveTo>
                    <a:pt x="807170" y="58619"/>
                  </a:moveTo>
                  <a:lnTo>
                    <a:pt x="764500" y="71665"/>
                  </a:lnTo>
                  <a:lnTo>
                    <a:pt x="738059" y="108990"/>
                  </a:lnTo>
                  <a:lnTo>
                    <a:pt x="732920" y="144194"/>
                  </a:lnTo>
                  <a:lnTo>
                    <a:pt x="734243" y="162941"/>
                  </a:lnTo>
                  <a:lnTo>
                    <a:pt x="754091" y="205557"/>
                  </a:lnTo>
                  <a:lnTo>
                    <a:pt x="795508" y="225820"/>
                  </a:lnTo>
                  <a:lnTo>
                    <a:pt x="813592" y="227171"/>
                  </a:lnTo>
                  <a:lnTo>
                    <a:pt x="820112" y="227171"/>
                  </a:lnTo>
                  <a:lnTo>
                    <a:pt x="868434" y="213692"/>
                  </a:lnTo>
                  <a:lnTo>
                    <a:pt x="868434" y="203644"/>
                  </a:lnTo>
                  <a:lnTo>
                    <a:pt x="813347" y="203644"/>
                  </a:lnTo>
                  <a:lnTo>
                    <a:pt x="801593" y="202717"/>
                  </a:lnTo>
                  <a:lnTo>
                    <a:pt x="768284" y="180627"/>
                  </a:lnTo>
                  <a:lnTo>
                    <a:pt x="760366" y="146056"/>
                  </a:lnTo>
                  <a:lnTo>
                    <a:pt x="871474" y="146056"/>
                  </a:lnTo>
                  <a:lnTo>
                    <a:pt x="871474" y="131400"/>
                  </a:lnTo>
                  <a:lnTo>
                    <a:pt x="871294" y="125595"/>
                  </a:lnTo>
                  <a:lnTo>
                    <a:pt x="871287" y="125374"/>
                  </a:lnTo>
                  <a:lnTo>
                    <a:pt x="760366" y="125374"/>
                  </a:lnTo>
                  <a:lnTo>
                    <a:pt x="760953" y="118559"/>
                  </a:lnTo>
                  <a:lnTo>
                    <a:pt x="782273" y="86259"/>
                  </a:lnTo>
                  <a:lnTo>
                    <a:pt x="798396" y="80871"/>
                  </a:lnTo>
                  <a:lnTo>
                    <a:pt x="857406" y="80871"/>
                  </a:lnTo>
                  <a:lnTo>
                    <a:pt x="853682" y="76410"/>
                  </a:lnTo>
                  <a:lnTo>
                    <a:pt x="814413" y="58886"/>
                  </a:lnTo>
                  <a:lnTo>
                    <a:pt x="807170" y="58619"/>
                  </a:lnTo>
                  <a:close/>
                </a:path>
                <a:path w="1010284" h="227964">
                  <a:moveTo>
                    <a:pt x="868434" y="184237"/>
                  </a:moveTo>
                  <a:lnTo>
                    <a:pt x="866868" y="184237"/>
                  </a:lnTo>
                  <a:lnTo>
                    <a:pt x="864661" y="186048"/>
                  </a:lnTo>
                  <a:lnTo>
                    <a:pt x="861868" y="188010"/>
                  </a:lnTo>
                  <a:lnTo>
                    <a:pt x="825061" y="202957"/>
                  </a:lnTo>
                  <a:lnTo>
                    <a:pt x="819277" y="203644"/>
                  </a:lnTo>
                  <a:lnTo>
                    <a:pt x="868434" y="203644"/>
                  </a:lnTo>
                  <a:lnTo>
                    <a:pt x="868434" y="184237"/>
                  </a:lnTo>
                  <a:close/>
                </a:path>
                <a:path w="1010284" h="227964">
                  <a:moveTo>
                    <a:pt x="857406" y="80871"/>
                  </a:moveTo>
                  <a:lnTo>
                    <a:pt x="812858" y="80871"/>
                  </a:lnTo>
                  <a:lnTo>
                    <a:pt x="819212" y="81946"/>
                  </a:lnTo>
                  <a:lnTo>
                    <a:pt x="819045" y="81946"/>
                  </a:lnTo>
                  <a:lnTo>
                    <a:pt x="842605" y="106552"/>
                  </a:lnTo>
                  <a:lnTo>
                    <a:pt x="844174" y="111845"/>
                  </a:lnTo>
                  <a:lnTo>
                    <a:pt x="845005" y="118120"/>
                  </a:lnTo>
                  <a:lnTo>
                    <a:pt x="845116" y="122167"/>
                  </a:lnTo>
                  <a:lnTo>
                    <a:pt x="845204" y="125374"/>
                  </a:lnTo>
                  <a:lnTo>
                    <a:pt x="871287" y="125374"/>
                  </a:lnTo>
                  <a:lnTo>
                    <a:pt x="871188" y="122167"/>
                  </a:lnTo>
                  <a:lnTo>
                    <a:pt x="857734" y="81263"/>
                  </a:lnTo>
                  <a:lnTo>
                    <a:pt x="857406" y="80871"/>
                  </a:lnTo>
                  <a:close/>
                </a:path>
                <a:path w="1010284" h="227964">
                  <a:moveTo>
                    <a:pt x="962488" y="59302"/>
                  </a:moveTo>
                  <a:lnTo>
                    <a:pt x="925357" y="68123"/>
                  </a:lnTo>
                  <a:lnTo>
                    <a:pt x="896452" y="99613"/>
                  </a:lnTo>
                  <a:lnTo>
                    <a:pt x="887698" y="143456"/>
                  </a:lnTo>
                  <a:lnTo>
                    <a:pt x="888037" y="153732"/>
                  </a:lnTo>
                  <a:lnTo>
                    <a:pt x="889057" y="163313"/>
                  </a:lnTo>
                  <a:lnTo>
                    <a:pt x="890757" y="172205"/>
                  </a:lnTo>
                  <a:lnTo>
                    <a:pt x="893137" y="180413"/>
                  </a:lnTo>
                  <a:lnTo>
                    <a:pt x="896072" y="187714"/>
                  </a:lnTo>
                  <a:lnTo>
                    <a:pt x="896162" y="187940"/>
                  </a:lnTo>
                  <a:lnTo>
                    <a:pt x="899593" y="194529"/>
                  </a:lnTo>
                  <a:lnTo>
                    <a:pt x="899663" y="194662"/>
                  </a:lnTo>
                  <a:lnTo>
                    <a:pt x="899730" y="194791"/>
                  </a:lnTo>
                  <a:lnTo>
                    <a:pt x="932359" y="221975"/>
                  </a:lnTo>
                  <a:lnTo>
                    <a:pt x="962488" y="227023"/>
                  </a:lnTo>
                  <a:lnTo>
                    <a:pt x="968223" y="227023"/>
                  </a:lnTo>
                  <a:lnTo>
                    <a:pt x="972597" y="226702"/>
                  </a:lnTo>
                  <a:lnTo>
                    <a:pt x="972808" y="226702"/>
                  </a:lnTo>
                  <a:lnTo>
                    <a:pt x="980232" y="225209"/>
                  </a:lnTo>
                  <a:lnTo>
                    <a:pt x="984347" y="224179"/>
                  </a:lnTo>
                  <a:lnTo>
                    <a:pt x="988905" y="222858"/>
                  </a:lnTo>
                  <a:lnTo>
                    <a:pt x="992192" y="221975"/>
                  </a:lnTo>
                  <a:lnTo>
                    <a:pt x="995817" y="220701"/>
                  </a:lnTo>
                  <a:lnTo>
                    <a:pt x="999835" y="218887"/>
                  </a:lnTo>
                  <a:lnTo>
                    <a:pt x="1007190" y="215651"/>
                  </a:lnTo>
                  <a:lnTo>
                    <a:pt x="1009882" y="214377"/>
                  </a:lnTo>
                  <a:lnTo>
                    <a:pt x="1009882" y="203594"/>
                  </a:lnTo>
                  <a:lnTo>
                    <a:pt x="962049" y="203594"/>
                  </a:lnTo>
                  <a:lnTo>
                    <a:pt x="951735" y="202602"/>
                  </a:lnTo>
                  <a:lnTo>
                    <a:pt x="918765" y="168728"/>
                  </a:lnTo>
                  <a:lnTo>
                    <a:pt x="915685" y="143456"/>
                  </a:lnTo>
                  <a:lnTo>
                    <a:pt x="916475" y="129765"/>
                  </a:lnTo>
                  <a:lnTo>
                    <a:pt x="935252" y="91663"/>
                  </a:lnTo>
                  <a:lnTo>
                    <a:pt x="962049" y="82731"/>
                  </a:lnTo>
                  <a:lnTo>
                    <a:pt x="1009882" y="82731"/>
                  </a:lnTo>
                  <a:lnTo>
                    <a:pt x="1009882" y="71654"/>
                  </a:lnTo>
                  <a:lnTo>
                    <a:pt x="970215" y="59660"/>
                  </a:lnTo>
                  <a:lnTo>
                    <a:pt x="972644" y="59660"/>
                  </a:lnTo>
                  <a:lnTo>
                    <a:pt x="962488" y="59302"/>
                  </a:lnTo>
                  <a:close/>
                </a:path>
                <a:path w="1010284" h="227964">
                  <a:moveTo>
                    <a:pt x="1009882" y="184090"/>
                  </a:moveTo>
                  <a:lnTo>
                    <a:pt x="1008316" y="184090"/>
                  </a:lnTo>
                  <a:lnTo>
                    <a:pt x="1002190" y="189820"/>
                  </a:lnTo>
                  <a:lnTo>
                    <a:pt x="995130" y="194529"/>
                  </a:lnTo>
                  <a:lnTo>
                    <a:pt x="962049" y="203594"/>
                  </a:lnTo>
                  <a:lnTo>
                    <a:pt x="1009882" y="203594"/>
                  </a:lnTo>
                  <a:lnTo>
                    <a:pt x="1009882" y="184090"/>
                  </a:lnTo>
                  <a:close/>
                </a:path>
                <a:path w="1010284" h="227964">
                  <a:moveTo>
                    <a:pt x="1009882" y="82731"/>
                  </a:moveTo>
                  <a:lnTo>
                    <a:pt x="966754" y="82731"/>
                  </a:lnTo>
                  <a:lnTo>
                    <a:pt x="971654" y="83465"/>
                  </a:lnTo>
                  <a:lnTo>
                    <a:pt x="981798" y="86310"/>
                  </a:lnTo>
                  <a:lnTo>
                    <a:pt x="1008316" y="101945"/>
                  </a:lnTo>
                  <a:lnTo>
                    <a:pt x="1009882" y="101945"/>
                  </a:lnTo>
                  <a:lnTo>
                    <a:pt x="1009882" y="82731"/>
                  </a:lnTo>
                  <a:close/>
                </a:path>
              </a:pathLst>
            </a:custGeom>
            <a:solidFill>
              <a:srgbClr val="727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00613" y="2329368"/>
              <a:ext cx="532130" cy="222885"/>
            </a:xfrm>
            <a:custGeom>
              <a:avLst/>
              <a:gdLst/>
              <a:ahLst/>
              <a:cxnLst/>
              <a:rect l="l" t="t" r="r" b="b"/>
              <a:pathLst>
                <a:path w="532129" h="222885">
                  <a:moveTo>
                    <a:pt x="32961" y="150141"/>
                  </a:moveTo>
                  <a:lnTo>
                    <a:pt x="0" y="150141"/>
                  </a:lnTo>
                  <a:lnTo>
                    <a:pt x="7424" y="182938"/>
                  </a:lnTo>
                  <a:lnTo>
                    <a:pt x="24857" y="205296"/>
                  </a:lnTo>
                  <a:lnTo>
                    <a:pt x="50720" y="218239"/>
                  </a:lnTo>
                  <a:lnTo>
                    <a:pt x="83432" y="222789"/>
                  </a:lnTo>
                  <a:lnTo>
                    <a:pt x="111552" y="219853"/>
                  </a:lnTo>
                  <a:lnTo>
                    <a:pt x="135488" y="210058"/>
                  </a:lnTo>
                  <a:lnTo>
                    <a:pt x="153554" y="193654"/>
                  </a:lnTo>
                  <a:lnTo>
                    <a:pt x="154290" y="192063"/>
                  </a:lnTo>
                  <a:lnTo>
                    <a:pt x="90834" y="192063"/>
                  </a:lnTo>
                  <a:lnTo>
                    <a:pt x="78945" y="191431"/>
                  </a:lnTo>
                  <a:lnTo>
                    <a:pt x="43913" y="176192"/>
                  </a:lnTo>
                  <a:lnTo>
                    <a:pt x="34958" y="160186"/>
                  </a:lnTo>
                  <a:lnTo>
                    <a:pt x="32961" y="150141"/>
                  </a:lnTo>
                  <a:close/>
                </a:path>
                <a:path w="532129" h="222885">
                  <a:moveTo>
                    <a:pt x="456220" y="219853"/>
                  </a:moveTo>
                  <a:lnTo>
                    <a:pt x="415121" y="219853"/>
                  </a:lnTo>
                  <a:lnTo>
                    <a:pt x="435213" y="221889"/>
                  </a:lnTo>
                  <a:lnTo>
                    <a:pt x="446287" y="221360"/>
                  </a:lnTo>
                  <a:lnTo>
                    <a:pt x="456220" y="219853"/>
                  </a:lnTo>
                  <a:close/>
                </a:path>
                <a:path w="532129" h="222885">
                  <a:moveTo>
                    <a:pt x="376818" y="121107"/>
                  </a:moveTo>
                  <a:lnTo>
                    <a:pt x="339096" y="121107"/>
                  </a:lnTo>
                  <a:lnTo>
                    <a:pt x="341687" y="141194"/>
                  </a:lnTo>
                  <a:lnTo>
                    <a:pt x="365453" y="190379"/>
                  </a:lnTo>
                  <a:lnTo>
                    <a:pt x="396263" y="213726"/>
                  </a:lnTo>
                  <a:lnTo>
                    <a:pt x="414842" y="219853"/>
                  </a:lnTo>
                  <a:lnTo>
                    <a:pt x="456446" y="219853"/>
                  </a:lnTo>
                  <a:lnTo>
                    <a:pt x="490746" y="203228"/>
                  </a:lnTo>
                  <a:lnTo>
                    <a:pt x="501345" y="191185"/>
                  </a:lnTo>
                  <a:lnTo>
                    <a:pt x="441243" y="191185"/>
                  </a:lnTo>
                  <a:lnTo>
                    <a:pt x="399460" y="176383"/>
                  </a:lnTo>
                  <a:lnTo>
                    <a:pt x="377633" y="139466"/>
                  </a:lnTo>
                  <a:lnTo>
                    <a:pt x="377063" y="126622"/>
                  </a:lnTo>
                  <a:lnTo>
                    <a:pt x="376958" y="124258"/>
                  </a:lnTo>
                  <a:lnTo>
                    <a:pt x="376842" y="121648"/>
                  </a:lnTo>
                  <a:lnTo>
                    <a:pt x="376818" y="121107"/>
                  </a:lnTo>
                  <a:close/>
                </a:path>
                <a:path w="532129" h="222885">
                  <a:moveTo>
                    <a:pt x="213016" y="160624"/>
                  </a:moveTo>
                  <a:lnTo>
                    <a:pt x="165771" y="160624"/>
                  </a:lnTo>
                  <a:lnTo>
                    <a:pt x="169077" y="168194"/>
                  </a:lnTo>
                  <a:lnTo>
                    <a:pt x="195685" y="200560"/>
                  </a:lnTo>
                  <a:lnTo>
                    <a:pt x="250002" y="218023"/>
                  </a:lnTo>
                  <a:lnTo>
                    <a:pt x="266930" y="216853"/>
                  </a:lnTo>
                  <a:lnTo>
                    <a:pt x="267234" y="216853"/>
                  </a:lnTo>
                  <a:lnTo>
                    <a:pt x="310164" y="198874"/>
                  </a:lnTo>
                  <a:lnTo>
                    <a:pt x="328515" y="179379"/>
                  </a:lnTo>
                  <a:lnTo>
                    <a:pt x="239162" y="179379"/>
                  </a:lnTo>
                  <a:lnTo>
                    <a:pt x="217482" y="166654"/>
                  </a:lnTo>
                  <a:lnTo>
                    <a:pt x="213016" y="160624"/>
                  </a:lnTo>
                  <a:close/>
                </a:path>
                <a:path w="532129" h="222885">
                  <a:moveTo>
                    <a:pt x="531655" y="188788"/>
                  </a:moveTo>
                  <a:lnTo>
                    <a:pt x="503269" y="188788"/>
                  </a:lnTo>
                  <a:lnTo>
                    <a:pt x="508805" y="216853"/>
                  </a:lnTo>
                  <a:lnTo>
                    <a:pt x="531655" y="216853"/>
                  </a:lnTo>
                  <a:lnTo>
                    <a:pt x="531655" y="188788"/>
                  </a:lnTo>
                  <a:close/>
                </a:path>
                <a:path w="532129" h="222885">
                  <a:moveTo>
                    <a:pt x="84518" y="1137"/>
                  </a:moveTo>
                  <a:lnTo>
                    <a:pt x="79214" y="1137"/>
                  </a:lnTo>
                  <a:lnTo>
                    <a:pt x="63990" y="2070"/>
                  </a:lnTo>
                  <a:lnTo>
                    <a:pt x="64723" y="2070"/>
                  </a:lnTo>
                  <a:lnTo>
                    <a:pt x="50060" y="5107"/>
                  </a:lnTo>
                  <a:lnTo>
                    <a:pt x="36990" y="10266"/>
                  </a:lnTo>
                  <a:lnTo>
                    <a:pt x="25811" y="17477"/>
                  </a:lnTo>
                  <a:lnTo>
                    <a:pt x="16852" y="26297"/>
                  </a:lnTo>
                  <a:lnTo>
                    <a:pt x="10557" y="36229"/>
                  </a:lnTo>
                  <a:lnTo>
                    <a:pt x="10452" y="36395"/>
                  </a:lnTo>
                  <a:lnTo>
                    <a:pt x="6611" y="47933"/>
                  </a:lnTo>
                  <a:lnTo>
                    <a:pt x="5500" y="59340"/>
                  </a:lnTo>
                  <a:lnTo>
                    <a:pt x="5412" y="62041"/>
                  </a:lnTo>
                  <a:lnTo>
                    <a:pt x="6048" y="69647"/>
                  </a:lnTo>
                  <a:lnTo>
                    <a:pt x="6164" y="71028"/>
                  </a:lnTo>
                  <a:lnTo>
                    <a:pt x="6254" y="72108"/>
                  </a:lnTo>
                  <a:lnTo>
                    <a:pt x="27280" y="105021"/>
                  </a:lnTo>
                  <a:lnTo>
                    <a:pt x="62999" y="121373"/>
                  </a:lnTo>
                  <a:lnTo>
                    <a:pt x="101288" y="131616"/>
                  </a:lnTo>
                  <a:lnTo>
                    <a:pt x="109457" y="134792"/>
                  </a:lnTo>
                  <a:lnTo>
                    <a:pt x="127114" y="167583"/>
                  </a:lnTo>
                  <a:lnTo>
                    <a:pt x="119453" y="180453"/>
                  </a:lnTo>
                  <a:lnTo>
                    <a:pt x="106203" y="189087"/>
                  </a:lnTo>
                  <a:lnTo>
                    <a:pt x="90834" y="192063"/>
                  </a:lnTo>
                  <a:lnTo>
                    <a:pt x="154290" y="192063"/>
                  </a:lnTo>
                  <a:lnTo>
                    <a:pt x="164070" y="170896"/>
                  </a:lnTo>
                  <a:lnTo>
                    <a:pt x="164861" y="167583"/>
                  </a:lnTo>
                  <a:lnTo>
                    <a:pt x="165463" y="164044"/>
                  </a:lnTo>
                  <a:lnTo>
                    <a:pt x="165771" y="160624"/>
                  </a:lnTo>
                  <a:lnTo>
                    <a:pt x="213016" y="160624"/>
                  </a:lnTo>
                  <a:lnTo>
                    <a:pt x="210791" y="157620"/>
                  </a:lnTo>
                  <a:lnTo>
                    <a:pt x="206083" y="147461"/>
                  </a:lnTo>
                  <a:lnTo>
                    <a:pt x="203232" y="135512"/>
                  </a:lnTo>
                  <a:lnTo>
                    <a:pt x="202542" y="126622"/>
                  </a:lnTo>
                  <a:lnTo>
                    <a:pt x="158172" y="126622"/>
                  </a:lnTo>
                  <a:lnTo>
                    <a:pt x="121682" y="102154"/>
                  </a:lnTo>
                  <a:lnTo>
                    <a:pt x="71578" y="87008"/>
                  </a:lnTo>
                  <a:lnTo>
                    <a:pt x="63400" y="84323"/>
                  </a:lnTo>
                  <a:lnTo>
                    <a:pt x="41111" y="66737"/>
                  </a:lnTo>
                  <a:lnTo>
                    <a:pt x="41111" y="50295"/>
                  </a:lnTo>
                  <a:lnTo>
                    <a:pt x="71274" y="30455"/>
                  </a:lnTo>
                  <a:lnTo>
                    <a:pt x="70310" y="30455"/>
                  </a:lnTo>
                  <a:lnTo>
                    <a:pt x="80710" y="29667"/>
                  </a:lnTo>
                  <a:lnTo>
                    <a:pt x="149881" y="29667"/>
                  </a:lnTo>
                  <a:lnTo>
                    <a:pt x="149167" y="28407"/>
                  </a:lnTo>
                  <a:lnTo>
                    <a:pt x="114554" y="5367"/>
                  </a:lnTo>
                  <a:lnTo>
                    <a:pt x="99168" y="2070"/>
                  </a:lnTo>
                  <a:lnTo>
                    <a:pt x="84518" y="1137"/>
                  </a:lnTo>
                  <a:close/>
                </a:path>
                <a:path w="532129" h="222885">
                  <a:moveTo>
                    <a:pt x="531655" y="103348"/>
                  </a:moveTo>
                  <a:lnTo>
                    <a:pt x="441618" y="103348"/>
                  </a:lnTo>
                  <a:lnTo>
                    <a:pt x="441618" y="132142"/>
                  </a:lnTo>
                  <a:lnTo>
                    <a:pt x="499849" y="132142"/>
                  </a:lnTo>
                  <a:lnTo>
                    <a:pt x="495419" y="155243"/>
                  </a:lnTo>
                  <a:lnTo>
                    <a:pt x="483151" y="173904"/>
                  </a:lnTo>
                  <a:lnTo>
                    <a:pt x="464581" y="186444"/>
                  </a:lnTo>
                  <a:lnTo>
                    <a:pt x="441243" y="191185"/>
                  </a:lnTo>
                  <a:lnTo>
                    <a:pt x="501345" y="191185"/>
                  </a:lnTo>
                  <a:lnTo>
                    <a:pt x="503269" y="188788"/>
                  </a:lnTo>
                  <a:lnTo>
                    <a:pt x="531655" y="188788"/>
                  </a:lnTo>
                  <a:lnTo>
                    <a:pt x="531655" y="103348"/>
                  </a:lnTo>
                  <a:close/>
                </a:path>
                <a:path w="532129" h="222885">
                  <a:moveTo>
                    <a:pt x="342176" y="147132"/>
                  </a:moveTo>
                  <a:lnTo>
                    <a:pt x="299725" y="147132"/>
                  </a:lnTo>
                  <a:lnTo>
                    <a:pt x="287175" y="168194"/>
                  </a:lnTo>
                  <a:lnTo>
                    <a:pt x="264624" y="179379"/>
                  </a:lnTo>
                  <a:lnTo>
                    <a:pt x="328515" y="179379"/>
                  </a:lnTo>
                  <a:lnTo>
                    <a:pt x="330742" y="176533"/>
                  </a:lnTo>
                  <a:lnTo>
                    <a:pt x="337844" y="162773"/>
                  </a:lnTo>
                  <a:lnTo>
                    <a:pt x="342084" y="147461"/>
                  </a:lnTo>
                  <a:lnTo>
                    <a:pt x="342176" y="147132"/>
                  </a:lnTo>
                  <a:close/>
                </a:path>
                <a:path w="532129" h="222885">
                  <a:moveTo>
                    <a:pt x="250221" y="1137"/>
                  </a:moveTo>
                  <a:lnTo>
                    <a:pt x="248635" y="1137"/>
                  </a:lnTo>
                  <a:lnTo>
                    <a:pt x="229033" y="3008"/>
                  </a:lnTo>
                  <a:lnTo>
                    <a:pt x="181944" y="30830"/>
                  </a:lnTo>
                  <a:lnTo>
                    <a:pt x="163611" y="65367"/>
                  </a:lnTo>
                  <a:lnTo>
                    <a:pt x="157499" y="111200"/>
                  </a:lnTo>
                  <a:lnTo>
                    <a:pt x="157511" y="116781"/>
                  </a:lnTo>
                  <a:lnTo>
                    <a:pt x="157641" y="119725"/>
                  </a:lnTo>
                  <a:lnTo>
                    <a:pt x="157753" y="121950"/>
                  </a:lnTo>
                  <a:lnTo>
                    <a:pt x="158172" y="126622"/>
                  </a:lnTo>
                  <a:lnTo>
                    <a:pt x="202542" y="126622"/>
                  </a:lnTo>
                  <a:lnTo>
                    <a:pt x="202179" y="121950"/>
                  </a:lnTo>
                  <a:lnTo>
                    <a:pt x="202114" y="121107"/>
                  </a:lnTo>
                  <a:lnTo>
                    <a:pt x="376818" y="121107"/>
                  </a:lnTo>
                  <a:lnTo>
                    <a:pt x="375589" y="93414"/>
                  </a:lnTo>
                  <a:lnTo>
                    <a:pt x="377075" y="89844"/>
                  </a:lnTo>
                  <a:lnTo>
                    <a:pt x="201905" y="89844"/>
                  </a:lnTo>
                  <a:lnTo>
                    <a:pt x="205611" y="71028"/>
                  </a:lnTo>
                  <a:lnTo>
                    <a:pt x="214228" y="54243"/>
                  </a:lnTo>
                  <a:lnTo>
                    <a:pt x="228838" y="42154"/>
                  </a:lnTo>
                  <a:lnTo>
                    <a:pt x="250520" y="37425"/>
                  </a:lnTo>
                  <a:lnTo>
                    <a:pt x="327136" y="37425"/>
                  </a:lnTo>
                  <a:lnTo>
                    <a:pt x="319337" y="27500"/>
                  </a:lnTo>
                  <a:lnTo>
                    <a:pt x="305743" y="15886"/>
                  </a:lnTo>
                  <a:lnTo>
                    <a:pt x="289328" y="7632"/>
                  </a:lnTo>
                  <a:lnTo>
                    <a:pt x="270420" y="2704"/>
                  </a:lnTo>
                  <a:lnTo>
                    <a:pt x="250221" y="1137"/>
                  </a:lnTo>
                  <a:close/>
                </a:path>
                <a:path w="532129" h="222885">
                  <a:moveTo>
                    <a:pt x="327112" y="37425"/>
                  </a:moveTo>
                  <a:lnTo>
                    <a:pt x="250520" y="37425"/>
                  </a:lnTo>
                  <a:lnTo>
                    <a:pt x="272570" y="41532"/>
                  </a:lnTo>
                  <a:lnTo>
                    <a:pt x="288099" y="52908"/>
                  </a:lnTo>
                  <a:lnTo>
                    <a:pt x="297319" y="69647"/>
                  </a:lnTo>
                  <a:lnTo>
                    <a:pt x="300445" y="89844"/>
                  </a:lnTo>
                  <a:lnTo>
                    <a:pt x="377075" y="89844"/>
                  </a:lnTo>
                  <a:lnTo>
                    <a:pt x="383284" y="74930"/>
                  </a:lnTo>
                  <a:lnTo>
                    <a:pt x="342733" y="74930"/>
                  </a:lnTo>
                  <a:lnTo>
                    <a:pt x="338874" y="61090"/>
                  </a:lnTo>
                  <a:lnTo>
                    <a:pt x="333600" y="48527"/>
                  </a:lnTo>
                  <a:lnTo>
                    <a:pt x="327112" y="37425"/>
                  </a:lnTo>
                  <a:close/>
                </a:path>
                <a:path w="532129" h="222885">
                  <a:moveTo>
                    <a:pt x="441406" y="0"/>
                  </a:moveTo>
                  <a:lnTo>
                    <a:pt x="398982" y="7423"/>
                  </a:lnTo>
                  <a:lnTo>
                    <a:pt x="366433" y="29667"/>
                  </a:lnTo>
                  <a:lnTo>
                    <a:pt x="342733" y="74930"/>
                  </a:lnTo>
                  <a:lnTo>
                    <a:pt x="383284" y="74930"/>
                  </a:lnTo>
                  <a:lnTo>
                    <a:pt x="393158" y="51210"/>
                  </a:lnTo>
                  <a:lnTo>
                    <a:pt x="402870" y="41749"/>
                  </a:lnTo>
                  <a:lnTo>
                    <a:pt x="413562" y="35421"/>
                  </a:lnTo>
                  <a:lnTo>
                    <a:pt x="426207" y="31879"/>
                  </a:lnTo>
                  <a:lnTo>
                    <a:pt x="441006" y="30830"/>
                  </a:lnTo>
                  <a:lnTo>
                    <a:pt x="512601" y="30830"/>
                  </a:lnTo>
                  <a:lnTo>
                    <a:pt x="510984" y="28407"/>
                  </a:lnTo>
                  <a:lnTo>
                    <a:pt x="500561" y="18158"/>
                  </a:lnTo>
                  <a:lnTo>
                    <a:pt x="488361" y="10266"/>
                  </a:lnTo>
                  <a:lnTo>
                    <a:pt x="474334" y="4545"/>
                  </a:lnTo>
                  <a:lnTo>
                    <a:pt x="458703" y="1137"/>
                  </a:lnTo>
                  <a:lnTo>
                    <a:pt x="441406" y="0"/>
                  </a:lnTo>
                  <a:close/>
                </a:path>
                <a:path w="532129" h="222885">
                  <a:moveTo>
                    <a:pt x="512601" y="30830"/>
                  </a:moveTo>
                  <a:lnTo>
                    <a:pt x="442198" y="30830"/>
                  </a:lnTo>
                  <a:lnTo>
                    <a:pt x="460124" y="33153"/>
                  </a:lnTo>
                  <a:lnTo>
                    <a:pt x="474220" y="39567"/>
                  </a:lnTo>
                  <a:lnTo>
                    <a:pt x="476206" y="40518"/>
                  </a:lnTo>
                  <a:lnTo>
                    <a:pt x="487889" y="52405"/>
                  </a:lnTo>
                  <a:lnTo>
                    <a:pt x="488335" y="52908"/>
                  </a:lnTo>
                  <a:lnTo>
                    <a:pt x="495208" y="70556"/>
                  </a:lnTo>
                  <a:lnTo>
                    <a:pt x="528807" y="70556"/>
                  </a:lnTo>
                  <a:lnTo>
                    <a:pt x="525237" y="54955"/>
                  </a:lnTo>
                  <a:lnTo>
                    <a:pt x="519252" y="40789"/>
                  </a:lnTo>
                  <a:lnTo>
                    <a:pt x="512601" y="30830"/>
                  </a:lnTo>
                  <a:close/>
                </a:path>
                <a:path w="532129" h="222885">
                  <a:moveTo>
                    <a:pt x="149881" y="29667"/>
                  </a:moveTo>
                  <a:lnTo>
                    <a:pt x="82041" y="29667"/>
                  </a:lnTo>
                  <a:lnTo>
                    <a:pt x="91322" y="30455"/>
                  </a:lnTo>
                  <a:lnTo>
                    <a:pt x="100221" y="32768"/>
                  </a:lnTo>
                  <a:lnTo>
                    <a:pt x="126962" y="66589"/>
                  </a:lnTo>
                  <a:lnTo>
                    <a:pt x="127076" y="67398"/>
                  </a:lnTo>
                  <a:lnTo>
                    <a:pt x="160430" y="67398"/>
                  </a:lnTo>
                  <a:lnTo>
                    <a:pt x="160326" y="65367"/>
                  </a:lnTo>
                  <a:lnTo>
                    <a:pt x="159440" y="54955"/>
                  </a:lnTo>
                  <a:lnTo>
                    <a:pt x="159380" y="54243"/>
                  </a:lnTo>
                  <a:lnTo>
                    <a:pt x="159266" y="52908"/>
                  </a:lnTo>
                  <a:lnTo>
                    <a:pt x="159224" y="52405"/>
                  </a:lnTo>
                  <a:lnTo>
                    <a:pt x="155492" y="39567"/>
                  </a:lnTo>
                  <a:lnTo>
                    <a:pt x="149881" y="29667"/>
                  </a:lnTo>
                  <a:close/>
                </a:path>
              </a:pathLst>
            </a:custGeom>
            <a:solidFill>
              <a:srgbClr val="A8AB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754319" y="4112638"/>
            <a:ext cx="171767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Gerenciadores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parques desde</a:t>
            </a:r>
            <a:r>
              <a:rPr sz="1100" spc="-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1996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Europa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25" dirty="0">
                <a:solidFill>
                  <a:srgbClr val="666666"/>
                </a:solidFill>
              </a:rPr>
              <a:t>15</a:t>
            </a:fld>
            <a:endParaRPr spc="-25" dirty="0">
              <a:solidFill>
                <a:srgbClr val="666666"/>
              </a:solidFill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64999" y="6147477"/>
            <a:ext cx="1717675" cy="6883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1300"/>
              </a:lnSpc>
              <a:spcBef>
                <a:spcPts val="160"/>
              </a:spcBef>
            </a:pPr>
            <a:r>
              <a:rPr sz="11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160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plantas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eólicas,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estaciones de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transforma-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ción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plantas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PV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bajo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su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administración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59847" y="6147477"/>
            <a:ext cx="171767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Además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Europa,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proyec-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tos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Sudáfrica</a:t>
            </a:r>
            <a:r>
              <a:rPr sz="1100" spc="-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Vietnam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741710" y="4027049"/>
            <a:ext cx="1717675" cy="5232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1300"/>
              </a:lnSpc>
              <a:spcBef>
                <a:spcPts val="16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Certificación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ISO</a:t>
            </a:r>
            <a:r>
              <a:rPr sz="11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9001</a:t>
            </a:r>
            <a:r>
              <a:rPr sz="11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procesos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utilizados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gerenciamiento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parques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90465" y="3101859"/>
            <a:ext cx="1256665" cy="50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8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666666"/>
                </a:solidFill>
                <a:latin typeface="Tahoma"/>
                <a:cs typeface="Tahoma"/>
              </a:rPr>
              <a:t>TCM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ts val="1240"/>
              </a:lnSpc>
              <a:spcBef>
                <a:spcPts val="7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Gerenciamiento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Técnico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Comercial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2704" y="5289568"/>
            <a:ext cx="850900" cy="52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2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666666"/>
                </a:solidFill>
                <a:latin typeface="Tahoma"/>
                <a:cs typeface="Tahoma"/>
              </a:rPr>
              <a:t>AM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ts val="1320"/>
              </a:lnSpc>
              <a:spcBef>
                <a:spcPts val="4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Asset Management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092" y="4216181"/>
            <a:ext cx="964565" cy="55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666666"/>
                </a:solidFill>
                <a:latin typeface="Tahoma"/>
                <a:cs typeface="Tahoma"/>
              </a:rPr>
              <a:t>O&amp;M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Operación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&amp;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Mantenimiento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264" y="300006"/>
            <a:ext cx="18808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3.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Energías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691" y="1037415"/>
            <a:ext cx="3191958" cy="80196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095613" y="2240872"/>
            <a:ext cx="4596765" cy="5319395"/>
            <a:chOff x="6095613" y="2240872"/>
            <a:chExt cx="4596765" cy="53193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613" y="2240872"/>
              <a:ext cx="4596386" cy="53187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205175" y="7048846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202"/>
                  </a:lnTo>
                </a:path>
              </a:pathLst>
            </a:custGeom>
            <a:ln w="952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87674" y="7069025"/>
              <a:ext cx="151357" cy="152012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0487" y="3179468"/>
            <a:ext cx="387252" cy="38725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00487" y="4310272"/>
            <a:ext cx="387252" cy="38725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00487" y="5377071"/>
            <a:ext cx="387252" cy="38725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99227" y="3311766"/>
            <a:ext cx="236220" cy="2287905"/>
          </a:xfrm>
          <a:custGeom>
            <a:avLst/>
            <a:gdLst/>
            <a:ahLst/>
            <a:cxnLst/>
            <a:rect l="l" t="t" r="r" b="b"/>
            <a:pathLst>
              <a:path w="236219" h="2287904">
                <a:moveTo>
                  <a:pt x="214077" y="0"/>
                </a:moveTo>
                <a:lnTo>
                  <a:pt x="93600" y="0"/>
                </a:lnTo>
                <a:lnTo>
                  <a:pt x="57229" y="7376"/>
                </a:lnTo>
                <a:lnTo>
                  <a:pt x="27470" y="27470"/>
                </a:lnTo>
                <a:lnTo>
                  <a:pt x="7376" y="57229"/>
                </a:lnTo>
                <a:lnTo>
                  <a:pt x="0" y="93600"/>
                </a:lnTo>
                <a:lnTo>
                  <a:pt x="0" y="2194156"/>
                </a:lnTo>
                <a:lnTo>
                  <a:pt x="7375" y="2230526"/>
                </a:lnTo>
                <a:lnTo>
                  <a:pt x="27468" y="2260285"/>
                </a:lnTo>
                <a:lnTo>
                  <a:pt x="57226" y="2280379"/>
                </a:lnTo>
                <a:lnTo>
                  <a:pt x="93600" y="2287756"/>
                </a:lnTo>
                <a:lnTo>
                  <a:pt x="235965" y="2287756"/>
                </a:lnTo>
              </a:path>
            </a:pathLst>
          </a:custGeom>
          <a:ln w="7199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16" name="object 16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8676208" y="353285"/>
            <a:ext cx="953135" cy="581660"/>
            <a:chOff x="8676208" y="353285"/>
            <a:chExt cx="953135" cy="58166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84538" y="353285"/>
              <a:ext cx="335131" cy="29190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21580" y="884656"/>
              <a:ext cx="307538" cy="4992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76208" y="359280"/>
              <a:ext cx="952916" cy="496197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1067057" y="4029030"/>
            <a:ext cx="492759" cy="446405"/>
            <a:chOff x="1067057" y="4029030"/>
            <a:chExt cx="492759" cy="446405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7057" y="4029030"/>
              <a:ext cx="491533" cy="42866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27288" y="4115292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4" h="1270">
                  <a:moveTo>
                    <a:pt x="0" y="0"/>
                  </a:moveTo>
                  <a:lnTo>
                    <a:pt x="0" y="864"/>
                  </a:lnTo>
                  <a:lnTo>
                    <a:pt x="7" y="572"/>
                  </a:lnTo>
                  <a:lnTo>
                    <a:pt x="7" y="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9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91620" y="4101595"/>
              <a:ext cx="340995" cy="283845"/>
            </a:xfrm>
            <a:custGeom>
              <a:avLst/>
              <a:gdLst/>
              <a:ahLst/>
              <a:cxnLst/>
              <a:rect l="l" t="t" r="r" b="b"/>
              <a:pathLst>
                <a:path w="340994" h="283845">
                  <a:moveTo>
                    <a:pt x="329511" y="0"/>
                  </a:moveTo>
                  <a:lnTo>
                    <a:pt x="289855" y="24392"/>
                  </a:lnTo>
                  <a:lnTo>
                    <a:pt x="252146" y="50391"/>
                  </a:lnTo>
                  <a:lnTo>
                    <a:pt x="215258" y="78577"/>
                  </a:lnTo>
                  <a:lnTo>
                    <a:pt x="178062" y="109531"/>
                  </a:lnTo>
                  <a:lnTo>
                    <a:pt x="139431" y="143834"/>
                  </a:lnTo>
                  <a:lnTo>
                    <a:pt x="98237" y="182066"/>
                  </a:lnTo>
                  <a:lnTo>
                    <a:pt x="53352" y="224808"/>
                  </a:lnTo>
                  <a:lnTo>
                    <a:pt x="3649" y="272642"/>
                  </a:lnTo>
                  <a:lnTo>
                    <a:pt x="3649" y="273368"/>
                  </a:lnTo>
                  <a:lnTo>
                    <a:pt x="2923" y="274092"/>
                  </a:lnTo>
                  <a:lnTo>
                    <a:pt x="0" y="279212"/>
                  </a:lnTo>
                  <a:lnTo>
                    <a:pt x="5111" y="283578"/>
                  </a:lnTo>
                  <a:lnTo>
                    <a:pt x="10201" y="279928"/>
                  </a:lnTo>
                  <a:lnTo>
                    <a:pt x="47551" y="245144"/>
                  </a:lnTo>
                  <a:lnTo>
                    <a:pt x="85761" y="211335"/>
                  </a:lnTo>
                  <a:lnTo>
                    <a:pt x="124807" y="178517"/>
                  </a:lnTo>
                  <a:lnTo>
                    <a:pt x="164665" y="146708"/>
                  </a:lnTo>
                  <a:lnTo>
                    <a:pt x="205307" y="115924"/>
                  </a:lnTo>
                  <a:lnTo>
                    <a:pt x="246710" y="86182"/>
                  </a:lnTo>
                  <a:lnTo>
                    <a:pt x="288849" y="57500"/>
                  </a:lnTo>
                  <a:lnTo>
                    <a:pt x="331697" y="29894"/>
                  </a:lnTo>
                  <a:lnTo>
                    <a:pt x="336809" y="26977"/>
                  </a:lnTo>
                  <a:lnTo>
                    <a:pt x="340451" y="19673"/>
                  </a:lnTo>
                  <a:lnTo>
                    <a:pt x="336809" y="13125"/>
                  </a:lnTo>
                  <a:lnTo>
                    <a:pt x="334613" y="8740"/>
                  </a:lnTo>
                  <a:lnTo>
                    <a:pt x="331697" y="4373"/>
                  </a:lnTo>
                  <a:lnTo>
                    <a:pt x="329511" y="0"/>
                  </a:lnTo>
                  <a:close/>
                </a:path>
              </a:pathLst>
            </a:custGeom>
            <a:solidFill>
              <a:srgbClr val="C737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3793" y="4420032"/>
              <a:ext cx="485775" cy="55244"/>
            </a:xfrm>
            <a:custGeom>
              <a:avLst/>
              <a:gdLst/>
              <a:ahLst/>
              <a:cxnLst/>
              <a:rect l="l" t="t" r="r" b="b"/>
              <a:pathLst>
                <a:path w="485775" h="55245">
                  <a:moveTo>
                    <a:pt x="8009" y="28428"/>
                  </a:moveTo>
                  <a:lnTo>
                    <a:pt x="2178" y="28428"/>
                  </a:lnTo>
                  <a:lnTo>
                    <a:pt x="0" y="34254"/>
                  </a:lnTo>
                  <a:lnTo>
                    <a:pt x="3636" y="37900"/>
                  </a:lnTo>
                  <a:lnTo>
                    <a:pt x="8009" y="40078"/>
                  </a:lnTo>
                  <a:lnTo>
                    <a:pt x="16100" y="41292"/>
                  </a:lnTo>
                  <a:lnTo>
                    <a:pt x="32006" y="43986"/>
                  </a:lnTo>
                  <a:lnTo>
                    <a:pt x="87543" y="49384"/>
                  </a:lnTo>
                  <a:lnTo>
                    <a:pt x="135132" y="52457"/>
                  </a:lnTo>
                  <a:lnTo>
                    <a:pt x="182883" y="54397"/>
                  </a:lnTo>
                  <a:lnTo>
                    <a:pt x="230817" y="55183"/>
                  </a:lnTo>
                  <a:lnTo>
                    <a:pt x="278954" y="54793"/>
                  </a:lnTo>
                  <a:lnTo>
                    <a:pt x="327315" y="53207"/>
                  </a:lnTo>
                  <a:lnTo>
                    <a:pt x="366865" y="50749"/>
                  </a:lnTo>
                  <a:lnTo>
                    <a:pt x="381854" y="49623"/>
                  </a:lnTo>
                  <a:lnTo>
                    <a:pt x="390009" y="48837"/>
                  </a:lnTo>
                  <a:lnTo>
                    <a:pt x="404786" y="47621"/>
                  </a:lnTo>
                  <a:lnTo>
                    <a:pt x="449794" y="43009"/>
                  </a:lnTo>
                  <a:lnTo>
                    <a:pt x="464500" y="38646"/>
                  </a:lnTo>
                  <a:lnTo>
                    <a:pt x="474283" y="30802"/>
                  </a:lnTo>
                  <a:lnTo>
                    <a:pt x="114039" y="30802"/>
                  </a:lnTo>
                  <a:lnTo>
                    <a:pt x="61010" y="30236"/>
                  </a:lnTo>
                  <a:lnTo>
                    <a:pt x="8009" y="28428"/>
                  </a:lnTo>
                  <a:close/>
                </a:path>
                <a:path w="485775" h="55245">
                  <a:moveTo>
                    <a:pt x="485503" y="0"/>
                  </a:moveTo>
                  <a:lnTo>
                    <a:pt x="484063" y="0"/>
                  </a:lnTo>
                  <a:lnTo>
                    <a:pt x="431493" y="8122"/>
                  </a:lnTo>
                  <a:lnTo>
                    <a:pt x="378787" y="15005"/>
                  </a:lnTo>
                  <a:lnTo>
                    <a:pt x="325968" y="20647"/>
                  </a:lnTo>
                  <a:lnTo>
                    <a:pt x="273061" y="25048"/>
                  </a:lnTo>
                  <a:lnTo>
                    <a:pt x="220088" y="28207"/>
                  </a:lnTo>
                  <a:lnTo>
                    <a:pt x="164010" y="30236"/>
                  </a:lnTo>
                  <a:lnTo>
                    <a:pt x="158385" y="30236"/>
                  </a:lnTo>
                  <a:lnTo>
                    <a:pt x="114039" y="30802"/>
                  </a:lnTo>
                  <a:lnTo>
                    <a:pt x="474283" y="30802"/>
                  </a:lnTo>
                  <a:lnTo>
                    <a:pt x="476671" y="28886"/>
                  </a:lnTo>
                  <a:lnTo>
                    <a:pt x="484331" y="15436"/>
                  </a:lnTo>
                  <a:lnTo>
                    <a:pt x="485503" y="0"/>
                  </a:lnTo>
                  <a:close/>
                </a:path>
              </a:pathLst>
            </a:custGeom>
            <a:solidFill>
              <a:srgbClr val="727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68647" y="4272547"/>
              <a:ext cx="248479" cy="1728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336515" y="4040466"/>
              <a:ext cx="52069" cy="32384"/>
            </a:xfrm>
            <a:custGeom>
              <a:avLst/>
              <a:gdLst/>
              <a:ahLst/>
              <a:cxnLst/>
              <a:rect l="l" t="t" r="r" b="b"/>
              <a:pathLst>
                <a:path w="52069" h="32385">
                  <a:moveTo>
                    <a:pt x="17610" y="0"/>
                  </a:moveTo>
                  <a:lnTo>
                    <a:pt x="8953" y="3051"/>
                  </a:lnTo>
                  <a:lnTo>
                    <a:pt x="2784" y="8969"/>
                  </a:lnTo>
                  <a:lnTo>
                    <a:pt x="0" y="17211"/>
                  </a:lnTo>
                  <a:lnTo>
                    <a:pt x="1625" y="22179"/>
                  </a:lnTo>
                  <a:lnTo>
                    <a:pt x="7306" y="21347"/>
                  </a:lnTo>
                  <a:lnTo>
                    <a:pt x="15870" y="18770"/>
                  </a:lnTo>
                  <a:lnTo>
                    <a:pt x="26149" y="18503"/>
                  </a:lnTo>
                  <a:lnTo>
                    <a:pt x="36068" y="22984"/>
                  </a:lnTo>
                  <a:lnTo>
                    <a:pt x="43998" y="29002"/>
                  </a:lnTo>
                  <a:lnTo>
                    <a:pt x="49440" y="32154"/>
                  </a:lnTo>
                  <a:lnTo>
                    <a:pt x="51893" y="28037"/>
                  </a:lnTo>
                  <a:lnTo>
                    <a:pt x="50597" y="18943"/>
                  </a:lnTo>
                  <a:lnTo>
                    <a:pt x="45644" y="10705"/>
                  </a:lnTo>
                  <a:lnTo>
                    <a:pt x="37806" y="4212"/>
                  </a:lnTo>
                  <a:lnTo>
                    <a:pt x="27859" y="356"/>
                  </a:lnTo>
                  <a:lnTo>
                    <a:pt x="17610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613688" y="4563438"/>
            <a:ext cx="1399540" cy="319405"/>
            <a:chOff x="613688" y="4563438"/>
            <a:chExt cx="1399540" cy="319405"/>
          </a:xfrm>
        </p:grpSpPr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61398" y="4809333"/>
              <a:ext cx="451605" cy="7330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113285" y="4563438"/>
              <a:ext cx="899794" cy="203200"/>
            </a:xfrm>
            <a:custGeom>
              <a:avLst/>
              <a:gdLst/>
              <a:ahLst/>
              <a:cxnLst/>
              <a:rect l="l" t="t" r="r" b="b"/>
              <a:pathLst>
                <a:path w="899794" h="203200">
                  <a:moveTo>
                    <a:pt x="25326" y="8600"/>
                  </a:moveTo>
                  <a:lnTo>
                    <a:pt x="0" y="8600"/>
                  </a:lnTo>
                  <a:lnTo>
                    <a:pt x="0" y="199073"/>
                  </a:lnTo>
                  <a:lnTo>
                    <a:pt x="25326" y="199073"/>
                  </a:lnTo>
                  <a:lnTo>
                    <a:pt x="25326" y="105848"/>
                  </a:lnTo>
                  <a:lnTo>
                    <a:pt x="138333" y="105848"/>
                  </a:lnTo>
                  <a:lnTo>
                    <a:pt x="138333" y="83315"/>
                  </a:lnTo>
                  <a:lnTo>
                    <a:pt x="25326" y="83315"/>
                  </a:lnTo>
                  <a:lnTo>
                    <a:pt x="25326" y="8600"/>
                  </a:lnTo>
                  <a:close/>
                </a:path>
                <a:path w="899794" h="203200">
                  <a:moveTo>
                    <a:pt x="138333" y="105848"/>
                  </a:moveTo>
                  <a:lnTo>
                    <a:pt x="113007" y="105848"/>
                  </a:lnTo>
                  <a:lnTo>
                    <a:pt x="113007" y="199073"/>
                  </a:lnTo>
                  <a:lnTo>
                    <a:pt x="138333" y="199073"/>
                  </a:lnTo>
                  <a:lnTo>
                    <a:pt x="138333" y="105848"/>
                  </a:lnTo>
                  <a:close/>
                </a:path>
                <a:path w="899794" h="203200">
                  <a:moveTo>
                    <a:pt x="138333" y="8600"/>
                  </a:moveTo>
                  <a:lnTo>
                    <a:pt x="113007" y="8600"/>
                  </a:lnTo>
                  <a:lnTo>
                    <a:pt x="113007" y="83315"/>
                  </a:lnTo>
                  <a:lnTo>
                    <a:pt x="138333" y="83315"/>
                  </a:lnTo>
                  <a:lnTo>
                    <a:pt x="138333" y="8600"/>
                  </a:lnTo>
                  <a:close/>
                </a:path>
                <a:path w="899794" h="203200">
                  <a:moveTo>
                    <a:pt x="240202" y="52226"/>
                  </a:moveTo>
                  <a:lnTo>
                    <a:pt x="231339" y="52226"/>
                  </a:lnTo>
                  <a:lnTo>
                    <a:pt x="217248" y="53518"/>
                  </a:lnTo>
                  <a:lnTo>
                    <a:pt x="183388" y="73008"/>
                  </a:lnTo>
                  <a:lnTo>
                    <a:pt x="166377" y="111697"/>
                  </a:lnTo>
                  <a:lnTo>
                    <a:pt x="165186" y="128466"/>
                  </a:lnTo>
                  <a:lnTo>
                    <a:pt x="166365" y="145169"/>
                  </a:lnTo>
                  <a:lnTo>
                    <a:pt x="184049" y="183136"/>
                  </a:lnTo>
                  <a:lnTo>
                    <a:pt x="220948" y="201188"/>
                  </a:lnTo>
                  <a:lnTo>
                    <a:pt x="237059" y="202392"/>
                  </a:lnTo>
                  <a:lnTo>
                    <a:pt x="242867" y="202392"/>
                  </a:lnTo>
                  <a:lnTo>
                    <a:pt x="285922" y="190383"/>
                  </a:lnTo>
                  <a:lnTo>
                    <a:pt x="285922" y="181433"/>
                  </a:lnTo>
                  <a:lnTo>
                    <a:pt x="236839" y="181433"/>
                  </a:lnTo>
                  <a:lnTo>
                    <a:pt x="226370" y="180607"/>
                  </a:lnTo>
                  <a:lnTo>
                    <a:pt x="192778" y="152131"/>
                  </a:lnTo>
                  <a:lnTo>
                    <a:pt x="189640" y="130125"/>
                  </a:lnTo>
                  <a:lnTo>
                    <a:pt x="288630" y="130125"/>
                  </a:lnTo>
                  <a:lnTo>
                    <a:pt x="288630" y="117068"/>
                  </a:lnTo>
                  <a:lnTo>
                    <a:pt x="288470" y="111896"/>
                  </a:lnTo>
                  <a:lnTo>
                    <a:pt x="288464" y="111697"/>
                  </a:lnTo>
                  <a:lnTo>
                    <a:pt x="189640" y="111697"/>
                  </a:lnTo>
                  <a:lnTo>
                    <a:pt x="190162" y="105628"/>
                  </a:lnTo>
                  <a:lnTo>
                    <a:pt x="218109" y="73008"/>
                  </a:lnTo>
                  <a:lnTo>
                    <a:pt x="223523" y="72047"/>
                  </a:lnTo>
                  <a:lnTo>
                    <a:pt x="276495" y="72047"/>
                  </a:lnTo>
                  <a:lnTo>
                    <a:pt x="267670" y="62614"/>
                  </a:lnTo>
                  <a:lnTo>
                    <a:pt x="261687" y="58601"/>
                  </a:lnTo>
                  <a:lnTo>
                    <a:pt x="248102" y="53518"/>
                  </a:lnTo>
                  <a:lnTo>
                    <a:pt x="240202" y="52226"/>
                  </a:lnTo>
                  <a:close/>
                </a:path>
                <a:path w="899794" h="203200">
                  <a:moveTo>
                    <a:pt x="285922" y="164138"/>
                  </a:moveTo>
                  <a:lnTo>
                    <a:pt x="284525" y="164138"/>
                  </a:lnTo>
                  <a:lnTo>
                    <a:pt x="282559" y="165755"/>
                  </a:lnTo>
                  <a:lnTo>
                    <a:pt x="280073" y="167501"/>
                  </a:lnTo>
                  <a:lnTo>
                    <a:pt x="242125" y="181433"/>
                  </a:lnTo>
                  <a:lnTo>
                    <a:pt x="285922" y="181433"/>
                  </a:lnTo>
                  <a:lnTo>
                    <a:pt x="285922" y="164138"/>
                  </a:lnTo>
                  <a:close/>
                </a:path>
                <a:path w="899794" h="203200">
                  <a:moveTo>
                    <a:pt x="276495" y="72047"/>
                  </a:moveTo>
                  <a:lnTo>
                    <a:pt x="236404" y="72047"/>
                  </a:lnTo>
                  <a:lnTo>
                    <a:pt x="242074" y="73008"/>
                  </a:lnTo>
                  <a:lnTo>
                    <a:pt x="241920" y="73008"/>
                  </a:lnTo>
                  <a:lnTo>
                    <a:pt x="262911" y="94928"/>
                  </a:lnTo>
                  <a:lnTo>
                    <a:pt x="264308" y="99644"/>
                  </a:lnTo>
                  <a:lnTo>
                    <a:pt x="265050" y="105236"/>
                  </a:lnTo>
                  <a:lnTo>
                    <a:pt x="265148" y="108842"/>
                  </a:lnTo>
                  <a:lnTo>
                    <a:pt x="265226" y="111697"/>
                  </a:lnTo>
                  <a:lnTo>
                    <a:pt x="288464" y="111697"/>
                  </a:lnTo>
                  <a:lnTo>
                    <a:pt x="288375" y="108842"/>
                  </a:lnTo>
                  <a:lnTo>
                    <a:pt x="287609" y="101266"/>
                  </a:lnTo>
                  <a:lnTo>
                    <a:pt x="286434" y="94928"/>
                  </a:lnTo>
                  <a:lnTo>
                    <a:pt x="286327" y="94353"/>
                  </a:lnTo>
                  <a:lnTo>
                    <a:pt x="284525" y="88117"/>
                  </a:lnTo>
                  <a:lnTo>
                    <a:pt x="281818" y="80215"/>
                  </a:lnTo>
                  <a:lnTo>
                    <a:pt x="277887" y="73534"/>
                  </a:lnTo>
                  <a:lnTo>
                    <a:pt x="276495" y="72047"/>
                  </a:lnTo>
                  <a:close/>
                </a:path>
                <a:path w="899794" h="203200">
                  <a:moveTo>
                    <a:pt x="337492" y="0"/>
                  </a:moveTo>
                  <a:lnTo>
                    <a:pt x="313429" y="0"/>
                  </a:lnTo>
                  <a:lnTo>
                    <a:pt x="313429" y="199073"/>
                  </a:lnTo>
                  <a:lnTo>
                    <a:pt x="337492" y="199073"/>
                  </a:lnTo>
                  <a:lnTo>
                    <a:pt x="337492" y="0"/>
                  </a:lnTo>
                  <a:close/>
                </a:path>
                <a:path w="899794" h="203200">
                  <a:moveTo>
                    <a:pt x="397619" y="56200"/>
                  </a:moveTo>
                  <a:lnTo>
                    <a:pt x="373557" y="56200"/>
                  </a:lnTo>
                  <a:lnTo>
                    <a:pt x="373557" y="199073"/>
                  </a:lnTo>
                  <a:lnTo>
                    <a:pt x="397619" y="199073"/>
                  </a:lnTo>
                  <a:lnTo>
                    <a:pt x="397619" y="56200"/>
                  </a:lnTo>
                  <a:close/>
                </a:path>
                <a:path w="899794" h="203200">
                  <a:moveTo>
                    <a:pt x="399279" y="7293"/>
                  </a:moveTo>
                  <a:lnTo>
                    <a:pt x="371897" y="7293"/>
                  </a:lnTo>
                  <a:lnTo>
                    <a:pt x="371897" y="32223"/>
                  </a:lnTo>
                  <a:lnTo>
                    <a:pt x="399279" y="32223"/>
                  </a:lnTo>
                  <a:lnTo>
                    <a:pt x="399279" y="7293"/>
                  </a:lnTo>
                  <a:close/>
                </a:path>
                <a:path w="899794" h="203200">
                  <a:moveTo>
                    <a:pt x="486784" y="52226"/>
                  </a:moveTo>
                  <a:lnTo>
                    <a:pt x="449892" y="63368"/>
                  </a:lnTo>
                  <a:lnTo>
                    <a:pt x="427207" y="95885"/>
                  </a:lnTo>
                  <a:lnTo>
                    <a:pt x="422812" y="127678"/>
                  </a:lnTo>
                  <a:lnTo>
                    <a:pt x="423877" y="144185"/>
                  </a:lnTo>
                  <a:lnTo>
                    <a:pt x="439887" y="182787"/>
                  </a:lnTo>
                  <a:lnTo>
                    <a:pt x="472809" y="201819"/>
                  </a:lnTo>
                  <a:lnTo>
                    <a:pt x="473121" y="201819"/>
                  </a:lnTo>
                  <a:lnTo>
                    <a:pt x="486784" y="203047"/>
                  </a:lnTo>
                  <a:lnTo>
                    <a:pt x="523682" y="191993"/>
                  </a:lnTo>
                  <a:lnTo>
                    <a:pt x="533880" y="182304"/>
                  </a:lnTo>
                  <a:lnTo>
                    <a:pt x="486784" y="182304"/>
                  </a:lnTo>
                  <a:lnTo>
                    <a:pt x="478085" y="181453"/>
                  </a:lnTo>
                  <a:lnTo>
                    <a:pt x="450276" y="151618"/>
                  </a:lnTo>
                  <a:lnTo>
                    <a:pt x="450165" y="151291"/>
                  </a:lnTo>
                  <a:lnTo>
                    <a:pt x="448291" y="140508"/>
                  </a:lnTo>
                  <a:lnTo>
                    <a:pt x="448254" y="140295"/>
                  </a:lnTo>
                  <a:lnTo>
                    <a:pt x="447616" y="127678"/>
                  </a:lnTo>
                  <a:lnTo>
                    <a:pt x="457790" y="86457"/>
                  </a:lnTo>
                  <a:lnTo>
                    <a:pt x="486784" y="72965"/>
                  </a:lnTo>
                  <a:lnTo>
                    <a:pt x="533784" y="72965"/>
                  </a:lnTo>
                  <a:lnTo>
                    <a:pt x="533143" y="72047"/>
                  </a:lnTo>
                  <a:lnTo>
                    <a:pt x="523702" y="63368"/>
                  </a:lnTo>
                  <a:lnTo>
                    <a:pt x="512823" y="57175"/>
                  </a:lnTo>
                  <a:lnTo>
                    <a:pt x="500515" y="53462"/>
                  </a:lnTo>
                  <a:lnTo>
                    <a:pt x="486784" y="52226"/>
                  </a:lnTo>
                  <a:close/>
                </a:path>
                <a:path w="899794" h="203200">
                  <a:moveTo>
                    <a:pt x="533784" y="72965"/>
                  </a:moveTo>
                  <a:lnTo>
                    <a:pt x="486784" y="72965"/>
                  </a:lnTo>
                  <a:lnTo>
                    <a:pt x="495585" y="73808"/>
                  </a:lnTo>
                  <a:lnTo>
                    <a:pt x="503316" y="76339"/>
                  </a:lnTo>
                  <a:lnTo>
                    <a:pt x="525058" y="114711"/>
                  </a:lnTo>
                  <a:lnTo>
                    <a:pt x="525689" y="127678"/>
                  </a:lnTo>
                  <a:lnTo>
                    <a:pt x="525062" y="140295"/>
                  </a:lnTo>
                  <a:lnTo>
                    <a:pt x="525051" y="140508"/>
                  </a:lnTo>
                  <a:lnTo>
                    <a:pt x="523197" y="151291"/>
                  </a:lnTo>
                  <a:lnTo>
                    <a:pt x="523140" y="151618"/>
                  </a:lnTo>
                  <a:lnTo>
                    <a:pt x="520076" y="160666"/>
                  </a:lnTo>
                  <a:lnTo>
                    <a:pt x="519960" y="161010"/>
                  </a:lnTo>
                  <a:lnTo>
                    <a:pt x="515515" y="168681"/>
                  </a:lnTo>
                  <a:lnTo>
                    <a:pt x="509908" y="174641"/>
                  </a:lnTo>
                  <a:lnTo>
                    <a:pt x="503245" y="178899"/>
                  </a:lnTo>
                  <a:lnTo>
                    <a:pt x="495534" y="181453"/>
                  </a:lnTo>
                  <a:lnTo>
                    <a:pt x="486784" y="182304"/>
                  </a:lnTo>
                  <a:lnTo>
                    <a:pt x="533880" y="182304"/>
                  </a:lnTo>
                  <a:lnTo>
                    <a:pt x="540710" y="172567"/>
                  </a:lnTo>
                  <a:lnTo>
                    <a:pt x="546142" y="159665"/>
                  </a:lnTo>
                  <a:lnTo>
                    <a:pt x="549405" y="144699"/>
                  </a:lnTo>
                  <a:lnTo>
                    <a:pt x="550494" y="127678"/>
                  </a:lnTo>
                  <a:lnTo>
                    <a:pt x="549409" y="110789"/>
                  </a:lnTo>
                  <a:lnTo>
                    <a:pt x="546161" y="95885"/>
                  </a:lnTo>
                  <a:lnTo>
                    <a:pt x="545427" y="94096"/>
                  </a:lnTo>
                  <a:lnTo>
                    <a:pt x="540746" y="82969"/>
                  </a:lnTo>
                  <a:lnTo>
                    <a:pt x="539084" y="80555"/>
                  </a:lnTo>
                  <a:lnTo>
                    <a:pt x="533784" y="72965"/>
                  </a:lnTo>
                  <a:close/>
                </a:path>
                <a:path w="899794" h="203200">
                  <a:moveTo>
                    <a:pt x="600796" y="76154"/>
                  </a:moveTo>
                  <a:lnTo>
                    <a:pt x="576737" y="76154"/>
                  </a:lnTo>
                  <a:lnTo>
                    <a:pt x="576833" y="156891"/>
                  </a:lnTo>
                  <a:lnTo>
                    <a:pt x="577312" y="164750"/>
                  </a:lnTo>
                  <a:lnTo>
                    <a:pt x="577424" y="166593"/>
                  </a:lnTo>
                  <a:lnTo>
                    <a:pt x="600910" y="199077"/>
                  </a:lnTo>
                  <a:lnTo>
                    <a:pt x="618436" y="201866"/>
                  </a:lnTo>
                  <a:lnTo>
                    <a:pt x="622367" y="201866"/>
                  </a:lnTo>
                  <a:lnTo>
                    <a:pt x="626644" y="201517"/>
                  </a:lnTo>
                  <a:lnTo>
                    <a:pt x="631273" y="200775"/>
                  </a:lnTo>
                  <a:lnTo>
                    <a:pt x="635947" y="200077"/>
                  </a:lnTo>
                  <a:lnTo>
                    <a:pt x="640511" y="199077"/>
                  </a:lnTo>
                  <a:lnTo>
                    <a:pt x="645029" y="197763"/>
                  </a:lnTo>
                  <a:lnTo>
                    <a:pt x="645029" y="180778"/>
                  </a:lnTo>
                  <a:lnTo>
                    <a:pt x="618785" y="180778"/>
                  </a:lnTo>
                  <a:lnTo>
                    <a:pt x="614375" y="180032"/>
                  </a:lnTo>
                  <a:lnTo>
                    <a:pt x="607913" y="177065"/>
                  </a:lnTo>
                  <a:lnTo>
                    <a:pt x="605556" y="174795"/>
                  </a:lnTo>
                  <a:lnTo>
                    <a:pt x="604116" y="171824"/>
                  </a:lnTo>
                  <a:lnTo>
                    <a:pt x="602409" y="168419"/>
                  </a:lnTo>
                  <a:lnTo>
                    <a:pt x="601451" y="164750"/>
                  </a:lnTo>
                  <a:lnTo>
                    <a:pt x="600925" y="156891"/>
                  </a:lnTo>
                  <a:lnTo>
                    <a:pt x="600889" y="155318"/>
                  </a:lnTo>
                  <a:lnTo>
                    <a:pt x="600796" y="76154"/>
                  </a:lnTo>
                  <a:close/>
                </a:path>
                <a:path w="899794" h="203200">
                  <a:moveTo>
                    <a:pt x="645029" y="176246"/>
                  </a:moveTo>
                  <a:lnTo>
                    <a:pt x="643514" y="176246"/>
                  </a:lnTo>
                  <a:lnTo>
                    <a:pt x="642016" y="176932"/>
                  </a:lnTo>
                  <a:lnTo>
                    <a:pt x="639352" y="177893"/>
                  </a:lnTo>
                  <a:lnTo>
                    <a:pt x="635684" y="179075"/>
                  </a:lnTo>
                  <a:lnTo>
                    <a:pt x="632015" y="180209"/>
                  </a:lnTo>
                  <a:lnTo>
                    <a:pt x="628218" y="180778"/>
                  </a:lnTo>
                  <a:lnTo>
                    <a:pt x="645029" y="180778"/>
                  </a:lnTo>
                  <a:lnTo>
                    <a:pt x="645029" y="176246"/>
                  </a:lnTo>
                  <a:close/>
                </a:path>
                <a:path w="899794" h="203200">
                  <a:moveTo>
                    <a:pt x="645029" y="56200"/>
                  </a:moveTo>
                  <a:lnTo>
                    <a:pt x="560490" y="56200"/>
                  </a:lnTo>
                  <a:lnTo>
                    <a:pt x="560490" y="76154"/>
                  </a:lnTo>
                  <a:lnTo>
                    <a:pt x="645029" y="76154"/>
                  </a:lnTo>
                  <a:lnTo>
                    <a:pt x="645029" y="56200"/>
                  </a:lnTo>
                  <a:close/>
                </a:path>
                <a:path w="899794" h="203200">
                  <a:moveTo>
                    <a:pt x="600796" y="15152"/>
                  </a:moveTo>
                  <a:lnTo>
                    <a:pt x="576737" y="15152"/>
                  </a:lnTo>
                  <a:lnTo>
                    <a:pt x="576737" y="56200"/>
                  </a:lnTo>
                  <a:lnTo>
                    <a:pt x="600796" y="56200"/>
                  </a:lnTo>
                  <a:lnTo>
                    <a:pt x="600796" y="15152"/>
                  </a:lnTo>
                  <a:close/>
                </a:path>
                <a:path w="899794" h="203200">
                  <a:moveTo>
                    <a:pt x="727991" y="52226"/>
                  </a:moveTo>
                  <a:lnTo>
                    <a:pt x="719128" y="52226"/>
                  </a:lnTo>
                  <a:lnTo>
                    <a:pt x="705037" y="53518"/>
                  </a:lnTo>
                  <a:lnTo>
                    <a:pt x="671177" y="73008"/>
                  </a:lnTo>
                  <a:lnTo>
                    <a:pt x="654167" y="111697"/>
                  </a:lnTo>
                  <a:lnTo>
                    <a:pt x="654121" y="111896"/>
                  </a:lnTo>
                  <a:lnTo>
                    <a:pt x="657691" y="159846"/>
                  </a:lnTo>
                  <a:lnTo>
                    <a:pt x="682227" y="191560"/>
                  </a:lnTo>
                  <a:lnTo>
                    <a:pt x="724848" y="202392"/>
                  </a:lnTo>
                  <a:lnTo>
                    <a:pt x="730656" y="202392"/>
                  </a:lnTo>
                  <a:lnTo>
                    <a:pt x="773711" y="190383"/>
                  </a:lnTo>
                  <a:lnTo>
                    <a:pt x="773711" y="181433"/>
                  </a:lnTo>
                  <a:lnTo>
                    <a:pt x="724628" y="181433"/>
                  </a:lnTo>
                  <a:lnTo>
                    <a:pt x="714159" y="180607"/>
                  </a:lnTo>
                  <a:lnTo>
                    <a:pt x="680567" y="152131"/>
                  </a:lnTo>
                  <a:lnTo>
                    <a:pt x="677429" y="130125"/>
                  </a:lnTo>
                  <a:lnTo>
                    <a:pt x="776419" y="130125"/>
                  </a:lnTo>
                  <a:lnTo>
                    <a:pt x="776419" y="117068"/>
                  </a:lnTo>
                  <a:lnTo>
                    <a:pt x="776259" y="111896"/>
                  </a:lnTo>
                  <a:lnTo>
                    <a:pt x="776253" y="111697"/>
                  </a:lnTo>
                  <a:lnTo>
                    <a:pt x="677429" y="111697"/>
                  </a:lnTo>
                  <a:lnTo>
                    <a:pt x="677951" y="105628"/>
                  </a:lnTo>
                  <a:lnTo>
                    <a:pt x="705899" y="73008"/>
                  </a:lnTo>
                  <a:lnTo>
                    <a:pt x="711313" y="72047"/>
                  </a:lnTo>
                  <a:lnTo>
                    <a:pt x="764285" y="72047"/>
                  </a:lnTo>
                  <a:lnTo>
                    <a:pt x="755459" y="62614"/>
                  </a:lnTo>
                  <a:lnTo>
                    <a:pt x="749476" y="58601"/>
                  </a:lnTo>
                  <a:lnTo>
                    <a:pt x="735892" y="53518"/>
                  </a:lnTo>
                  <a:lnTo>
                    <a:pt x="727991" y="52226"/>
                  </a:lnTo>
                  <a:close/>
                </a:path>
                <a:path w="899794" h="203200">
                  <a:moveTo>
                    <a:pt x="773711" y="164138"/>
                  </a:moveTo>
                  <a:lnTo>
                    <a:pt x="772314" y="164138"/>
                  </a:lnTo>
                  <a:lnTo>
                    <a:pt x="770348" y="165755"/>
                  </a:lnTo>
                  <a:lnTo>
                    <a:pt x="767862" y="167501"/>
                  </a:lnTo>
                  <a:lnTo>
                    <a:pt x="729914" y="181433"/>
                  </a:lnTo>
                  <a:lnTo>
                    <a:pt x="773711" y="181433"/>
                  </a:lnTo>
                  <a:lnTo>
                    <a:pt x="773711" y="164138"/>
                  </a:lnTo>
                  <a:close/>
                </a:path>
                <a:path w="899794" h="203200">
                  <a:moveTo>
                    <a:pt x="764285" y="72047"/>
                  </a:moveTo>
                  <a:lnTo>
                    <a:pt x="724193" y="72047"/>
                  </a:lnTo>
                  <a:lnTo>
                    <a:pt x="729863" y="73008"/>
                  </a:lnTo>
                  <a:lnTo>
                    <a:pt x="729710" y="73008"/>
                  </a:lnTo>
                  <a:lnTo>
                    <a:pt x="750700" y="94928"/>
                  </a:lnTo>
                  <a:lnTo>
                    <a:pt x="752097" y="99644"/>
                  </a:lnTo>
                  <a:lnTo>
                    <a:pt x="752839" y="105236"/>
                  </a:lnTo>
                  <a:lnTo>
                    <a:pt x="752938" y="108842"/>
                  </a:lnTo>
                  <a:lnTo>
                    <a:pt x="753016" y="111697"/>
                  </a:lnTo>
                  <a:lnTo>
                    <a:pt x="776253" y="111697"/>
                  </a:lnTo>
                  <a:lnTo>
                    <a:pt x="776165" y="108842"/>
                  </a:lnTo>
                  <a:lnTo>
                    <a:pt x="775398" y="101266"/>
                  </a:lnTo>
                  <a:lnTo>
                    <a:pt x="774223" y="94928"/>
                  </a:lnTo>
                  <a:lnTo>
                    <a:pt x="774116" y="94353"/>
                  </a:lnTo>
                  <a:lnTo>
                    <a:pt x="772314" y="88117"/>
                  </a:lnTo>
                  <a:lnTo>
                    <a:pt x="769607" y="80215"/>
                  </a:lnTo>
                  <a:lnTo>
                    <a:pt x="765676" y="73534"/>
                  </a:lnTo>
                  <a:lnTo>
                    <a:pt x="764285" y="72047"/>
                  </a:lnTo>
                  <a:close/>
                </a:path>
                <a:path w="899794" h="203200">
                  <a:moveTo>
                    <a:pt x="865367" y="52834"/>
                  </a:moveTo>
                  <a:lnTo>
                    <a:pt x="857505" y="52834"/>
                  </a:lnTo>
                  <a:lnTo>
                    <a:pt x="850408" y="53153"/>
                  </a:lnTo>
                  <a:lnTo>
                    <a:pt x="813909" y="67879"/>
                  </a:lnTo>
                  <a:lnTo>
                    <a:pt x="793728" y="102487"/>
                  </a:lnTo>
                  <a:lnTo>
                    <a:pt x="790873" y="127811"/>
                  </a:lnTo>
                  <a:lnTo>
                    <a:pt x="791175" y="136964"/>
                  </a:lnTo>
                  <a:lnTo>
                    <a:pt x="792083" y="145500"/>
                  </a:lnTo>
                  <a:lnTo>
                    <a:pt x="793597" y="153422"/>
                  </a:lnTo>
                  <a:lnTo>
                    <a:pt x="795718" y="160733"/>
                  </a:lnTo>
                  <a:lnTo>
                    <a:pt x="798333" y="167238"/>
                  </a:lnTo>
                  <a:lnTo>
                    <a:pt x="798414" y="167440"/>
                  </a:lnTo>
                  <a:lnTo>
                    <a:pt x="830657" y="197763"/>
                  </a:lnTo>
                  <a:lnTo>
                    <a:pt x="857505" y="202258"/>
                  </a:lnTo>
                  <a:lnTo>
                    <a:pt x="862613" y="202258"/>
                  </a:lnTo>
                  <a:lnTo>
                    <a:pt x="866527" y="201973"/>
                  </a:lnTo>
                  <a:lnTo>
                    <a:pt x="866706" y="201973"/>
                  </a:lnTo>
                  <a:lnTo>
                    <a:pt x="873312" y="200642"/>
                  </a:lnTo>
                  <a:lnTo>
                    <a:pt x="876981" y="199727"/>
                  </a:lnTo>
                  <a:lnTo>
                    <a:pt x="881042" y="198547"/>
                  </a:lnTo>
                  <a:lnTo>
                    <a:pt x="883969" y="197763"/>
                  </a:lnTo>
                  <a:lnTo>
                    <a:pt x="887197" y="196629"/>
                  </a:lnTo>
                  <a:lnTo>
                    <a:pt x="890780" y="195012"/>
                  </a:lnTo>
                  <a:lnTo>
                    <a:pt x="897328" y="192129"/>
                  </a:lnTo>
                  <a:lnTo>
                    <a:pt x="899730" y="190995"/>
                  </a:lnTo>
                  <a:lnTo>
                    <a:pt x="899730" y="181386"/>
                  </a:lnTo>
                  <a:lnTo>
                    <a:pt x="857112" y="181386"/>
                  </a:lnTo>
                  <a:lnTo>
                    <a:pt x="847926" y="180502"/>
                  </a:lnTo>
                  <a:lnTo>
                    <a:pt x="818550" y="150326"/>
                  </a:lnTo>
                  <a:lnTo>
                    <a:pt x="815806" y="127811"/>
                  </a:lnTo>
                  <a:lnTo>
                    <a:pt x="816510" y="115612"/>
                  </a:lnTo>
                  <a:lnTo>
                    <a:pt x="840280" y="77243"/>
                  </a:lnTo>
                  <a:lnTo>
                    <a:pt x="857112" y="73706"/>
                  </a:lnTo>
                  <a:lnTo>
                    <a:pt x="899730" y="73706"/>
                  </a:lnTo>
                  <a:lnTo>
                    <a:pt x="899730" y="63839"/>
                  </a:lnTo>
                  <a:lnTo>
                    <a:pt x="894008" y="60958"/>
                  </a:lnTo>
                  <a:lnTo>
                    <a:pt x="887503" y="58381"/>
                  </a:lnTo>
                  <a:lnTo>
                    <a:pt x="872920" y="53928"/>
                  </a:lnTo>
                  <a:lnTo>
                    <a:pt x="865367" y="52834"/>
                  </a:lnTo>
                  <a:close/>
                </a:path>
                <a:path w="899794" h="203200">
                  <a:moveTo>
                    <a:pt x="899730" y="164009"/>
                  </a:moveTo>
                  <a:lnTo>
                    <a:pt x="898333" y="164009"/>
                  </a:lnTo>
                  <a:lnTo>
                    <a:pt x="892874" y="169117"/>
                  </a:lnTo>
                  <a:lnTo>
                    <a:pt x="886236" y="173544"/>
                  </a:lnTo>
                  <a:lnTo>
                    <a:pt x="886076" y="173544"/>
                  </a:lnTo>
                  <a:lnTo>
                    <a:pt x="872441" y="179773"/>
                  </a:lnTo>
                  <a:lnTo>
                    <a:pt x="864971" y="181386"/>
                  </a:lnTo>
                  <a:lnTo>
                    <a:pt x="899730" y="181386"/>
                  </a:lnTo>
                  <a:lnTo>
                    <a:pt x="899730" y="164009"/>
                  </a:lnTo>
                  <a:close/>
                </a:path>
                <a:path w="899794" h="203200">
                  <a:moveTo>
                    <a:pt x="899730" y="73706"/>
                  </a:moveTo>
                  <a:lnTo>
                    <a:pt x="861303" y="73706"/>
                  </a:lnTo>
                  <a:lnTo>
                    <a:pt x="865670" y="74362"/>
                  </a:lnTo>
                  <a:lnTo>
                    <a:pt x="874709" y="76895"/>
                  </a:lnTo>
                  <a:lnTo>
                    <a:pt x="898333" y="90825"/>
                  </a:lnTo>
                  <a:lnTo>
                    <a:pt x="899730" y="90825"/>
                  </a:lnTo>
                  <a:lnTo>
                    <a:pt x="899730" y="73706"/>
                  </a:lnTo>
                  <a:close/>
                </a:path>
              </a:pathLst>
            </a:custGeom>
            <a:solidFill>
              <a:srgbClr val="727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3688" y="4567982"/>
              <a:ext cx="473709" cy="198755"/>
            </a:xfrm>
            <a:custGeom>
              <a:avLst/>
              <a:gdLst/>
              <a:ahLst/>
              <a:cxnLst/>
              <a:rect l="l" t="t" r="r" b="b"/>
              <a:pathLst>
                <a:path w="473709" h="198754">
                  <a:moveTo>
                    <a:pt x="29368" y="133765"/>
                  </a:moveTo>
                  <a:lnTo>
                    <a:pt x="0" y="133765"/>
                  </a:lnTo>
                  <a:lnTo>
                    <a:pt x="6384" y="161964"/>
                  </a:lnTo>
                  <a:lnTo>
                    <a:pt x="6490" y="162431"/>
                  </a:lnTo>
                  <a:lnTo>
                    <a:pt x="6615" y="162983"/>
                  </a:lnTo>
                  <a:lnTo>
                    <a:pt x="22148" y="182901"/>
                  </a:lnTo>
                  <a:lnTo>
                    <a:pt x="45191" y="194432"/>
                  </a:lnTo>
                  <a:lnTo>
                    <a:pt x="74336" y="198485"/>
                  </a:lnTo>
                  <a:lnTo>
                    <a:pt x="99387" y="195870"/>
                  </a:lnTo>
                  <a:lnTo>
                    <a:pt x="120711" y="187143"/>
                  </a:lnTo>
                  <a:lnTo>
                    <a:pt x="136808" y="172529"/>
                  </a:lnTo>
                  <a:lnTo>
                    <a:pt x="137464" y="171110"/>
                  </a:lnTo>
                  <a:lnTo>
                    <a:pt x="80928" y="171110"/>
                  </a:lnTo>
                  <a:lnTo>
                    <a:pt x="70336" y="170547"/>
                  </a:lnTo>
                  <a:lnTo>
                    <a:pt x="34517" y="150422"/>
                  </a:lnTo>
                  <a:lnTo>
                    <a:pt x="31148" y="142711"/>
                  </a:lnTo>
                  <a:lnTo>
                    <a:pt x="29368" y="133765"/>
                  </a:lnTo>
                  <a:close/>
                </a:path>
                <a:path w="473709" h="198754">
                  <a:moveTo>
                    <a:pt x="406460" y="195870"/>
                  </a:moveTo>
                  <a:lnTo>
                    <a:pt x="369847" y="195870"/>
                  </a:lnTo>
                  <a:lnTo>
                    <a:pt x="387744" y="197683"/>
                  </a:lnTo>
                  <a:lnTo>
                    <a:pt x="397611" y="197212"/>
                  </a:lnTo>
                  <a:lnTo>
                    <a:pt x="406460" y="195870"/>
                  </a:lnTo>
                  <a:close/>
                </a:path>
                <a:path w="473709" h="198754">
                  <a:moveTo>
                    <a:pt x="335720" y="107895"/>
                  </a:moveTo>
                  <a:lnTo>
                    <a:pt x="302108" y="107895"/>
                  </a:lnTo>
                  <a:lnTo>
                    <a:pt x="304418" y="125791"/>
                  </a:lnTo>
                  <a:lnTo>
                    <a:pt x="325591" y="169609"/>
                  </a:lnTo>
                  <a:lnTo>
                    <a:pt x="369596" y="195870"/>
                  </a:lnTo>
                  <a:lnTo>
                    <a:pt x="406662" y="195870"/>
                  </a:lnTo>
                  <a:lnTo>
                    <a:pt x="442790" y="175154"/>
                  </a:lnTo>
                  <a:lnTo>
                    <a:pt x="446662" y="170329"/>
                  </a:lnTo>
                  <a:lnTo>
                    <a:pt x="393117" y="170329"/>
                  </a:lnTo>
                  <a:lnTo>
                    <a:pt x="355892" y="157141"/>
                  </a:lnTo>
                  <a:lnTo>
                    <a:pt x="336446" y="124251"/>
                  </a:lnTo>
                  <a:lnTo>
                    <a:pt x="335938" y="112809"/>
                  </a:lnTo>
                  <a:lnTo>
                    <a:pt x="335844" y="110699"/>
                  </a:lnTo>
                  <a:lnTo>
                    <a:pt x="335720" y="107895"/>
                  </a:lnTo>
                  <a:close/>
                </a:path>
                <a:path w="473709" h="198754">
                  <a:moveTo>
                    <a:pt x="189785" y="143103"/>
                  </a:moveTo>
                  <a:lnTo>
                    <a:pt x="147693" y="143103"/>
                  </a:lnTo>
                  <a:lnTo>
                    <a:pt x="150636" y="149843"/>
                  </a:lnTo>
                  <a:lnTo>
                    <a:pt x="186686" y="186022"/>
                  </a:lnTo>
                  <a:lnTo>
                    <a:pt x="222736" y="194241"/>
                  </a:lnTo>
                  <a:lnTo>
                    <a:pt x="237843" y="193197"/>
                  </a:lnTo>
                  <a:lnTo>
                    <a:pt x="238095" y="193197"/>
                  </a:lnTo>
                  <a:lnTo>
                    <a:pt x="276336" y="177177"/>
                  </a:lnTo>
                  <a:lnTo>
                    <a:pt x="292685" y="159809"/>
                  </a:lnTo>
                  <a:lnTo>
                    <a:pt x="213075" y="159809"/>
                  </a:lnTo>
                  <a:lnTo>
                    <a:pt x="193762" y="148474"/>
                  </a:lnTo>
                  <a:lnTo>
                    <a:pt x="189785" y="143103"/>
                  </a:lnTo>
                  <a:close/>
                </a:path>
                <a:path w="473709" h="198754">
                  <a:moveTo>
                    <a:pt x="473666" y="168194"/>
                  </a:moveTo>
                  <a:lnTo>
                    <a:pt x="448376" y="168194"/>
                  </a:lnTo>
                  <a:lnTo>
                    <a:pt x="453312" y="193197"/>
                  </a:lnTo>
                  <a:lnTo>
                    <a:pt x="473666" y="193197"/>
                  </a:lnTo>
                  <a:lnTo>
                    <a:pt x="473666" y="168194"/>
                  </a:lnTo>
                  <a:close/>
                </a:path>
                <a:path w="473709" h="198754">
                  <a:moveTo>
                    <a:pt x="75321" y="1012"/>
                  </a:moveTo>
                  <a:lnTo>
                    <a:pt x="70552" y="1012"/>
                  </a:lnTo>
                  <a:lnTo>
                    <a:pt x="57010" y="1842"/>
                  </a:lnTo>
                  <a:lnTo>
                    <a:pt x="57665" y="1842"/>
                  </a:lnTo>
                  <a:lnTo>
                    <a:pt x="44601" y="4547"/>
                  </a:lnTo>
                  <a:lnTo>
                    <a:pt x="9406" y="32276"/>
                  </a:lnTo>
                  <a:lnTo>
                    <a:pt x="4824" y="55270"/>
                  </a:lnTo>
                  <a:lnTo>
                    <a:pt x="5391" y="62047"/>
                  </a:lnTo>
                  <a:lnTo>
                    <a:pt x="5494" y="63278"/>
                  </a:lnTo>
                  <a:lnTo>
                    <a:pt x="33125" y="99069"/>
                  </a:lnTo>
                  <a:lnTo>
                    <a:pt x="90244" y="117255"/>
                  </a:lnTo>
                  <a:lnTo>
                    <a:pt x="97520" y="120085"/>
                  </a:lnTo>
                  <a:lnTo>
                    <a:pt x="113251" y="149300"/>
                  </a:lnTo>
                  <a:lnTo>
                    <a:pt x="106426" y="160766"/>
                  </a:lnTo>
                  <a:lnTo>
                    <a:pt x="94620" y="168459"/>
                  </a:lnTo>
                  <a:lnTo>
                    <a:pt x="80928" y="171110"/>
                  </a:lnTo>
                  <a:lnTo>
                    <a:pt x="137464" y="171110"/>
                  </a:lnTo>
                  <a:lnTo>
                    <a:pt x="146178" y="152253"/>
                  </a:lnTo>
                  <a:lnTo>
                    <a:pt x="146884" y="149300"/>
                  </a:lnTo>
                  <a:lnTo>
                    <a:pt x="147416" y="146149"/>
                  </a:lnTo>
                  <a:lnTo>
                    <a:pt x="147693" y="143103"/>
                  </a:lnTo>
                  <a:lnTo>
                    <a:pt x="189785" y="143103"/>
                  </a:lnTo>
                  <a:lnTo>
                    <a:pt x="187801" y="140424"/>
                  </a:lnTo>
                  <a:lnTo>
                    <a:pt x="183607" y="131373"/>
                  </a:lnTo>
                  <a:lnTo>
                    <a:pt x="181068" y="120727"/>
                  </a:lnTo>
                  <a:lnTo>
                    <a:pt x="180453" y="112809"/>
                  </a:lnTo>
                  <a:lnTo>
                    <a:pt x="140921" y="112809"/>
                  </a:lnTo>
                  <a:lnTo>
                    <a:pt x="108410" y="91009"/>
                  </a:lnTo>
                  <a:lnTo>
                    <a:pt x="52988" y="74335"/>
                  </a:lnTo>
                  <a:lnTo>
                    <a:pt x="46663" y="71142"/>
                  </a:lnTo>
                  <a:lnTo>
                    <a:pt x="38675" y="64241"/>
                  </a:lnTo>
                  <a:lnTo>
                    <a:pt x="36630" y="59453"/>
                  </a:lnTo>
                  <a:lnTo>
                    <a:pt x="36630" y="44805"/>
                  </a:lnTo>
                  <a:lnTo>
                    <a:pt x="63501" y="27131"/>
                  </a:lnTo>
                  <a:lnTo>
                    <a:pt x="62640" y="27131"/>
                  </a:lnTo>
                  <a:lnTo>
                    <a:pt x="71916" y="26427"/>
                  </a:lnTo>
                  <a:lnTo>
                    <a:pt x="133534" y="26427"/>
                  </a:lnTo>
                  <a:lnTo>
                    <a:pt x="132899" y="25307"/>
                  </a:lnTo>
                  <a:lnTo>
                    <a:pt x="88353" y="1842"/>
                  </a:lnTo>
                  <a:lnTo>
                    <a:pt x="75321" y="1012"/>
                  </a:lnTo>
                  <a:close/>
                </a:path>
                <a:path w="473709" h="198754">
                  <a:moveTo>
                    <a:pt x="473666" y="92073"/>
                  </a:moveTo>
                  <a:lnTo>
                    <a:pt x="393451" y="92073"/>
                  </a:lnTo>
                  <a:lnTo>
                    <a:pt x="393451" y="117726"/>
                  </a:lnTo>
                  <a:lnTo>
                    <a:pt x="445330" y="117726"/>
                  </a:lnTo>
                  <a:lnTo>
                    <a:pt x="441383" y="138306"/>
                  </a:lnTo>
                  <a:lnTo>
                    <a:pt x="430454" y="154931"/>
                  </a:lnTo>
                  <a:lnTo>
                    <a:pt x="413909" y="166105"/>
                  </a:lnTo>
                  <a:lnTo>
                    <a:pt x="393117" y="170329"/>
                  </a:lnTo>
                  <a:lnTo>
                    <a:pt x="446662" y="170329"/>
                  </a:lnTo>
                  <a:lnTo>
                    <a:pt x="448376" y="168194"/>
                  </a:lnTo>
                  <a:lnTo>
                    <a:pt x="473666" y="168194"/>
                  </a:lnTo>
                  <a:lnTo>
                    <a:pt x="473666" y="92073"/>
                  </a:lnTo>
                  <a:close/>
                </a:path>
                <a:path w="473709" h="198754">
                  <a:moveTo>
                    <a:pt x="304855" y="131083"/>
                  </a:moveTo>
                  <a:lnTo>
                    <a:pt x="267031" y="131083"/>
                  </a:lnTo>
                  <a:lnTo>
                    <a:pt x="255853" y="149843"/>
                  </a:lnTo>
                  <a:lnTo>
                    <a:pt x="235762" y="159809"/>
                  </a:lnTo>
                  <a:lnTo>
                    <a:pt x="292685" y="159809"/>
                  </a:lnTo>
                  <a:lnTo>
                    <a:pt x="294669" y="157275"/>
                  </a:lnTo>
                  <a:lnTo>
                    <a:pt x="300996" y="145017"/>
                  </a:lnTo>
                  <a:lnTo>
                    <a:pt x="304775" y="131373"/>
                  </a:lnTo>
                  <a:lnTo>
                    <a:pt x="304855" y="131083"/>
                  </a:lnTo>
                  <a:close/>
                </a:path>
                <a:path w="473709" h="198754">
                  <a:moveTo>
                    <a:pt x="222958" y="1012"/>
                  </a:moveTo>
                  <a:lnTo>
                    <a:pt x="221496" y="1012"/>
                  </a:lnTo>
                  <a:lnTo>
                    <a:pt x="204054" y="2677"/>
                  </a:lnTo>
                  <a:lnTo>
                    <a:pt x="162101" y="27463"/>
                  </a:lnTo>
                  <a:lnTo>
                    <a:pt x="141685" y="77376"/>
                  </a:lnTo>
                  <a:lnTo>
                    <a:pt x="140535" y="95669"/>
                  </a:lnTo>
                  <a:lnTo>
                    <a:pt x="140547" y="108647"/>
                  </a:lnTo>
                  <a:lnTo>
                    <a:pt x="140921" y="112809"/>
                  </a:lnTo>
                  <a:lnTo>
                    <a:pt x="180453" y="112809"/>
                  </a:lnTo>
                  <a:lnTo>
                    <a:pt x="180130" y="108647"/>
                  </a:lnTo>
                  <a:lnTo>
                    <a:pt x="180072" y="107895"/>
                  </a:lnTo>
                  <a:lnTo>
                    <a:pt x="335720" y="107895"/>
                  </a:lnTo>
                  <a:lnTo>
                    <a:pt x="334626" y="83223"/>
                  </a:lnTo>
                  <a:lnTo>
                    <a:pt x="335950" y="80041"/>
                  </a:lnTo>
                  <a:lnTo>
                    <a:pt x="179885" y="80041"/>
                  </a:lnTo>
                  <a:lnTo>
                    <a:pt x="183186" y="63278"/>
                  </a:lnTo>
                  <a:lnTo>
                    <a:pt x="190865" y="48324"/>
                  </a:lnTo>
                  <a:lnTo>
                    <a:pt x="203881" y="37553"/>
                  </a:lnTo>
                  <a:lnTo>
                    <a:pt x="223196" y="33338"/>
                  </a:lnTo>
                  <a:lnTo>
                    <a:pt x="291453" y="33338"/>
                  </a:lnTo>
                  <a:lnTo>
                    <a:pt x="284504" y="24497"/>
                  </a:lnTo>
                  <a:lnTo>
                    <a:pt x="272395" y="14150"/>
                  </a:lnTo>
                  <a:lnTo>
                    <a:pt x="257772" y="6797"/>
                  </a:lnTo>
                  <a:lnTo>
                    <a:pt x="240927" y="2406"/>
                  </a:lnTo>
                  <a:lnTo>
                    <a:pt x="222958" y="1012"/>
                  </a:lnTo>
                  <a:close/>
                </a:path>
                <a:path w="473709" h="198754">
                  <a:moveTo>
                    <a:pt x="291432" y="33338"/>
                  </a:moveTo>
                  <a:lnTo>
                    <a:pt x="223196" y="33338"/>
                  </a:lnTo>
                  <a:lnTo>
                    <a:pt x="242841" y="36998"/>
                  </a:lnTo>
                  <a:lnTo>
                    <a:pt x="256676" y="47133"/>
                  </a:lnTo>
                  <a:lnTo>
                    <a:pt x="264890" y="62047"/>
                  </a:lnTo>
                  <a:lnTo>
                    <a:pt x="267674" y="80041"/>
                  </a:lnTo>
                  <a:lnTo>
                    <a:pt x="335950" y="80041"/>
                  </a:lnTo>
                  <a:lnTo>
                    <a:pt x="341482" y="66753"/>
                  </a:lnTo>
                  <a:lnTo>
                    <a:pt x="305352" y="66753"/>
                  </a:lnTo>
                  <a:lnTo>
                    <a:pt x="301913" y="54423"/>
                  </a:lnTo>
                  <a:lnTo>
                    <a:pt x="297214" y="43230"/>
                  </a:lnTo>
                  <a:lnTo>
                    <a:pt x="291432" y="33338"/>
                  </a:lnTo>
                  <a:close/>
                </a:path>
                <a:path w="473709" h="198754">
                  <a:moveTo>
                    <a:pt x="393260" y="0"/>
                  </a:moveTo>
                  <a:lnTo>
                    <a:pt x="355465" y="6611"/>
                  </a:lnTo>
                  <a:lnTo>
                    <a:pt x="319405" y="35107"/>
                  </a:lnTo>
                  <a:lnTo>
                    <a:pt x="305352" y="66753"/>
                  </a:lnTo>
                  <a:lnTo>
                    <a:pt x="341482" y="66753"/>
                  </a:lnTo>
                  <a:lnTo>
                    <a:pt x="350279" y="45622"/>
                  </a:lnTo>
                  <a:lnTo>
                    <a:pt x="358929" y="37193"/>
                  </a:lnTo>
                  <a:lnTo>
                    <a:pt x="368454" y="31555"/>
                  </a:lnTo>
                  <a:lnTo>
                    <a:pt x="379720" y="28399"/>
                  </a:lnTo>
                  <a:lnTo>
                    <a:pt x="392929" y="27463"/>
                  </a:lnTo>
                  <a:lnTo>
                    <a:pt x="456689" y="27463"/>
                  </a:lnTo>
                  <a:lnTo>
                    <a:pt x="455249" y="25307"/>
                  </a:lnTo>
                  <a:lnTo>
                    <a:pt x="445964" y="16178"/>
                  </a:lnTo>
                  <a:lnTo>
                    <a:pt x="435092" y="9143"/>
                  </a:lnTo>
                  <a:lnTo>
                    <a:pt x="422599" y="4048"/>
                  </a:lnTo>
                  <a:lnTo>
                    <a:pt x="408672" y="1012"/>
                  </a:lnTo>
                  <a:lnTo>
                    <a:pt x="393260" y="0"/>
                  </a:lnTo>
                  <a:close/>
                </a:path>
                <a:path w="473709" h="198754">
                  <a:moveTo>
                    <a:pt x="456689" y="27463"/>
                  </a:moveTo>
                  <a:lnTo>
                    <a:pt x="393954" y="27463"/>
                  </a:lnTo>
                  <a:lnTo>
                    <a:pt x="409938" y="29535"/>
                  </a:lnTo>
                  <a:lnTo>
                    <a:pt x="422496" y="35249"/>
                  </a:lnTo>
                  <a:lnTo>
                    <a:pt x="424266" y="36097"/>
                  </a:lnTo>
                  <a:lnTo>
                    <a:pt x="434674" y="46687"/>
                  </a:lnTo>
                  <a:lnTo>
                    <a:pt x="435071" y="47133"/>
                  </a:lnTo>
                  <a:lnTo>
                    <a:pt x="441194" y="62858"/>
                  </a:lnTo>
                  <a:lnTo>
                    <a:pt x="471128" y="62858"/>
                  </a:lnTo>
                  <a:lnTo>
                    <a:pt x="467948" y="48958"/>
                  </a:lnTo>
                  <a:lnTo>
                    <a:pt x="462616" y="36338"/>
                  </a:lnTo>
                  <a:lnTo>
                    <a:pt x="456689" y="27463"/>
                  </a:lnTo>
                  <a:close/>
                </a:path>
                <a:path w="473709" h="198754">
                  <a:moveTo>
                    <a:pt x="133534" y="26427"/>
                  </a:moveTo>
                  <a:lnTo>
                    <a:pt x="73088" y="26427"/>
                  </a:lnTo>
                  <a:lnTo>
                    <a:pt x="81364" y="27131"/>
                  </a:lnTo>
                  <a:lnTo>
                    <a:pt x="89292" y="29191"/>
                  </a:lnTo>
                  <a:lnTo>
                    <a:pt x="113115" y="59324"/>
                  </a:lnTo>
                  <a:lnTo>
                    <a:pt x="113216" y="60044"/>
                  </a:lnTo>
                  <a:lnTo>
                    <a:pt x="142934" y="60044"/>
                  </a:lnTo>
                  <a:lnTo>
                    <a:pt x="142841" y="58233"/>
                  </a:lnTo>
                  <a:lnTo>
                    <a:pt x="142053" y="48958"/>
                  </a:lnTo>
                  <a:lnTo>
                    <a:pt x="141999" y="48324"/>
                  </a:lnTo>
                  <a:lnTo>
                    <a:pt x="141897" y="47133"/>
                  </a:lnTo>
                  <a:lnTo>
                    <a:pt x="141771" y="46381"/>
                  </a:lnTo>
                  <a:lnTo>
                    <a:pt x="138535" y="35249"/>
                  </a:lnTo>
                  <a:lnTo>
                    <a:pt x="133534" y="26427"/>
                  </a:lnTo>
                  <a:close/>
                </a:path>
              </a:pathLst>
            </a:custGeom>
            <a:solidFill>
              <a:srgbClr val="A8AB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25" dirty="0">
                <a:solidFill>
                  <a:srgbClr val="666666"/>
                </a:solidFill>
              </a:rPr>
              <a:t>16</a:t>
            </a:fld>
            <a:endParaRPr spc="-25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09241"/>
            <a:ext cx="10692130" cy="2550795"/>
          </a:xfrm>
          <a:custGeom>
            <a:avLst/>
            <a:gdLst/>
            <a:ahLst/>
            <a:cxnLst/>
            <a:rect l="l" t="t" r="r" b="b"/>
            <a:pathLst>
              <a:path w="10692130" h="2550795">
                <a:moveTo>
                  <a:pt x="10692000" y="0"/>
                </a:moveTo>
                <a:lnTo>
                  <a:pt x="0" y="0"/>
                </a:lnTo>
                <a:lnTo>
                  <a:pt x="0" y="2550758"/>
                </a:lnTo>
                <a:lnTo>
                  <a:pt x="10692000" y="2550758"/>
                </a:lnTo>
                <a:lnTo>
                  <a:pt x="106920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500" y="1186657"/>
            <a:ext cx="3032737" cy="9675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500" y="3886127"/>
            <a:ext cx="1289982" cy="3213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598" y="4301164"/>
            <a:ext cx="1937255" cy="4905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69419" y="300006"/>
            <a:ext cx="18434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4.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5378" y="5446767"/>
            <a:ext cx="1266190" cy="47879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Energía</a:t>
            </a: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eléctrica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otros</a:t>
            </a:r>
            <a:r>
              <a:rPr sz="11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energéticos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1936" y="6446030"/>
            <a:ext cx="617855" cy="478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90"/>
              </a:spcBef>
            </a:pP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frío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0344" y="5446767"/>
            <a:ext cx="1572895" cy="478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90"/>
              </a:spcBef>
            </a:pP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11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FFFFFF"/>
                </a:solidFill>
                <a:latin typeface="Arial"/>
                <a:cs typeface="Arial"/>
              </a:rPr>
              <a:t>generación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FFFFFF"/>
                </a:solidFill>
                <a:latin typeface="Arial"/>
                <a:cs typeface="Arial"/>
              </a:rPr>
              <a:t>distribución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calor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09625" y="6445165"/>
            <a:ext cx="1273810" cy="478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90"/>
              </a:spcBef>
            </a:pPr>
            <a:r>
              <a:rPr sz="1100" b="1" spc="-30" dirty="0">
                <a:solidFill>
                  <a:srgbClr val="FFFFFF"/>
                </a:solidFill>
                <a:latin typeface="Arial"/>
                <a:cs typeface="Arial"/>
              </a:rPr>
              <a:t>Acondicionamiento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térmico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08154" y="5611793"/>
            <a:ext cx="110299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Aire</a:t>
            </a:r>
            <a:r>
              <a:rPr sz="11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comprimido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7962" y="6615000"/>
            <a:ext cx="77406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Iluminación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95000" y="5625425"/>
            <a:ext cx="92011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15" dirty="0">
                <a:solidFill>
                  <a:srgbClr val="FFFFFF"/>
                </a:solidFill>
                <a:latin typeface="Arial"/>
                <a:cs typeface="Arial"/>
              </a:rPr>
              <a:t>Combustibles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9162" y="6599574"/>
            <a:ext cx="37465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Agua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82611" y="2339587"/>
            <a:ext cx="825500" cy="927100"/>
          </a:xfrm>
          <a:custGeom>
            <a:avLst/>
            <a:gdLst/>
            <a:ahLst/>
            <a:cxnLst/>
            <a:rect l="l" t="t" r="r" b="b"/>
            <a:pathLst>
              <a:path w="825500" h="927100">
                <a:moveTo>
                  <a:pt x="730308" y="0"/>
                </a:moveTo>
                <a:lnTo>
                  <a:pt x="691751" y="3497"/>
                </a:lnTo>
                <a:lnTo>
                  <a:pt x="646308" y="10079"/>
                </a:lnTo>
                <a:lnTo>
                  <a:pt x="593838" y="18997"/>
                </a:lnTo>
                <a:lnTo>
                  <a:pt x="474940" y="40195"/>
                </a:lnTo>
                <a:lnTo>
                  <a:pt x="415048" y="51627"/>
                </a:lnTo>
                <a:lnTo>
                  <a:pt x="356121" y="63474"/>
                </a:lnTo>
                <a:lnTo>
                  <a:pt x="299761" y="75407"/>
                </a:lnTo>
                <a:lnTo>
                  <a:pt x="247568" y="87097"/>
                </a:lnTo>
                <a:lnTo>
                  <a:pt x="201141" y="98216"/>
                </a:lnTo>
                <a:lnTo>
                  <a:pt x="162081" y="108435"/>
                </a:lnTo>
                <a:lnTo>
                  <a:pt x="112463" y="124857"/>
                </a:lnTo>
                <a:lnTo>
                  <a:pt x="75875" y="147012"/>
                </a:lnTo>
                <a:lnTo>
                  <a:pt x="44850" y="177560"/>
                </a:lnTo>
                <a:lnTo>
                  <a:pt x="20406" y="218507"/>
                </a:lnTo>
                <a:lnTo>
                  <a:pt x="3563" y="271859"/>
                </a:lnTo>
                <a:lnTo>
                  <a:pt x="0" y="304316"/>
                </a:lnTo>
                <a:lnTo>
                  <a:pt x="2604" y="337795"/>
                </a:lnTo>
                <a:lnTo>
                  <a:pt x="24862" y="409494"/>
                </a:lnTo>
                <a:lnTo>
                  <a:pt x="43787" y="448549"/>
                </a:lnTo>
                <a:lnTo>
                  <a:pt x="67426" y="490299"/>
                </a:lnTo>
                <a:lnTo>
                  <a:pt x="95413" y="535161"/>
                </a:lnTo>
                <a:lnTo>
                  <a:pt x="127385" y="583553"/>
                </a:lnTo>
                <a:lnTo>
                  <a:pt x="201829" y="692601"/>
                </a:lnTo>
                <a:lnTo>
                  <a:pt x="237206" y="743951"/>
                </a:lnTo>
                <a:lnTo>
                  <a:pt x="269012" y="788924"/>
                </a:lnTo>
                <a:lnTo>
                  <a:pt x="297639" y="827542"/>
                </a:lnTo>
                <a:lnTo>
                  <a:pt x="323475" y="859826"/>
                </a:lnTo>
                <a:lnTo>
                  <a:pt x="368337" y="905480"/>
                </a:lnTo>
                <a:lnTo>
                  <a:pt x="406719" y="926059"/>
                </a:lnTo>
                <a:lnTo>
                  <a:pt x="424455" y="926999"/>
                </a:lnTo>
                <a:lnTo>
                  <a:pt x="441741" y="921735"/>
                </a:lnTo>
                <a:lnTo>
                  <a:pt x="476523" y="892679"/>
                </a:lnTo>
                <a:lnTo>
                  <a:pt x="514185" y="839065"/>
                </a:lnTo>
                <a:lnTo>
                  <a:pt x="535072" y="803102"/>
                </a:lnTo>
                <a:lnTo>
                  <a:pt x="557848" y="761064"/>
                </a:lnTo>
                <a:lnTo>
                  <a:pt x="582905" y="712973"/>
                </a:lnTo>
                <a:lnTo>
                  <a:pt x="641420" y="598716"/>
                </a:lnTo>
                <a:lnTo>
                  <a:pt x="675658" y="532593"/>
                </a:lnTo>
                <a:lnTo>
                  <a:pt x="704790" y="467342"/>
                </a:lnTo>
                <a:lnTo>
                  <a:pt x="724820" y="417477"/>
                </a:lnTo>
                <a:lnTo>
                  <a:pt x="746483" y="360247"/>
                </a:lnTo>
                <a:lnTo>
                  <a:pt x="768275" y="298751"/>
                </a:lnTo>
                <a:lnTo>
                  <a:pt x="790798" y="230379"/>
                </a:lnTo>
                <a:lnTo>
                  <a:pt x="807849" y="172551"/>
                </a:lnTo>
                <a:lnTo>
                  <a:pt x="819287" y="124521"/>
                </a:lnTo>
                <a:lnTo>
                  <a:pt x="824970" y="85544"/>
                </a:lnTo>
                <a:lnTo>
                  <a:pt x="824758" y="54874"/>
                </a:lnTo>
                <a:lnTo>
                  <a:pt x="818508" y="31763"/>
                </a:lnTo>
                <a:lnTo>
                  <a:pt x="806080" y="15467"/>
                </a:lnTo>
                <a:lnTo>
                  <a:pt x="787331" y="5238"/>
                </a:lnTo>
                <a:lnTo>
                  <a:pt x="762121" y="331"/>
                </a:lnTo>
                <a:lnTo>
                  <a:pt x="730308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77317" y="2339587"/>
            <a:ext cx="825500" cy="927100"/>
          </a:xfrm>
          <a:custGeom>
            <a:avLst/>
            <a:gdLst/>
            <a:ahLst/>
            <a:cxnLst/>
            <a:rect l="l" t="t" r="r" b="b"/>
            <a:pathLst>
              <a:path w="825500" h="927100">
                <a:moveTo>
                  <a:pt x="730308" y="0"/>
                </a:moveTo>
                <a:lnTo>
                  <a:pt x="691751" y="3497"/>
                </a:lnTo>
                <a:lnTo>
                  <a:pt x="646308" y="10079"/>
                </a:lnTo>
                <a:lnTo>
                  <a:pt x="593838" y="18997"/>
                </a:lnTo>
                <a:lnTo>
                  <a:pt x="474940" y="40195"/>
                </a:lnTo>
                <a:lnTo>
                  <a:pt x="415047" y="51627"/>
                </a:lnTo>
                <a:lnTo>
                  <a:pt x="356121" y="63474"/>
                </a:lnTo>
                <a:lnTo>
                  <a:pt x="299761" y="75407"/>
                </a:lnTo>
                <a:lnTo>
                  <a:pt x="247567" y="87097"/>
                </a:lnTo>
                <a:lnTo>
                  <a:pt x="201141" y="98216"/>
                </a:lnTo>
                <a:lnTo>
                  <a:pt x="162081" y="108435"/>
                </a:lnTo>
                <a:lnTo>
                  <a:pt x="112463" y="124857"/>
                </a:lnTo>
                <a:lnTo>
                  <a:pt x="75875" y="147012"/>
                </a:lnTo>
                <a:lnTo>
                  <a:pt x="44850" y="177560"/>
                </a:lnTo>
                <a:lnTo>
                  <a:pt x="20406" y="218507"/>
                </a:lnTo>
                <a:lnTo>
                  <a:pt x="3563" y="271859"/>
                </a:lnTo>
                <a:lnTo>
                  <a:pt x="0" y="304316"/>
                </a:lnTo>
                <a:lnTo>
                  <a:pt x="2604" y="337795"/>
                </a:lnTo>
                <a:lnTo>
                  <a:pt x="24862" y="409494"/>
                </a:lnTo>
                <a:lnTo>
                  <a:pt x="43787" y="448549"/>
                </a:lnTo>
                <a:lnTo>
                  <a:pt x="67425" y="490299"/>
                </a:lnTo>
                <a:lnTo>
                  <a:pt x="95412" y="535161"/>
                </a:lnTo>
                <a:lnTo>
                  <a:pt x="127384" y="583553"/>
                </a:lnTo>
                <a:lnTo>
                  <a:pt x="201829" y="692601"/>
                </a:lnTo>
                <a:lnTo>
                  <a:pt x="237206" y="743951"/>
                </a:lnTo>
                <a:lnTo>
                  <a:pt x="269012" y="788924"/>
                </a:lnTo>
                <a:lnTo>
                  <a:pt x="297638" y="827542"/>
                </a:lnTo>
                <a:lnTo>
                  <a:pt x="323475" y="859826"/>
                </a:lnTo>
                <a:lnTo>
                  <a:pt x="368337" y="905480"/>
                </a:lnTo>
                <a:lnTo>
                  <a:pt x="406718" y="926059"/>
                </a:lnTo>
                <a:lnTo>
                  <a:pt x="424454" y="926999"/>
                </a:lnTo>
                <a:lnTo>
                  <a:pt x="441740" y="921735"/>
                </a:lnTo>
                <a:lnTo>
                  <a:pt x="476522" y="892679"/>
                </a:lnTo>
                <a:lnTo>
                  <a:pt x="514184" y="839065"/>
                </a:lnTo>
                <a:lnTo>
                  <a:pt x="535071" y="803102"/>
                </a:lnTo>
                <a:lnTo>
                  <a:pt x="557847" y="761064"/>
                </a:lnTo>
                <a:lnTo>
                  <a:pt x="582904" y="712973"/>
                </a:lnTo>
                <a:lnTo>
                  <a:pt x="641419" y="598716"/>
                </a:lnTo>
                <a:lnTo>
                  <a:pt x="675657" y="532593"/>
                </a:lnTo>
                <a:lnTo>
                  <a:pt x="704791" y="467342"/>
                </a:lnTo>
                <a:lnTo>
                  <a:pt x="724821" y="417477"/>
                </a:lnTo>
                <a:lnTo>
                  <a:pt x="746485" y="360247"/>
                </a:lnTo>
                <a:lnTo>
                  <a:pt x="768278" y="298751"/>
                </a:lnTo>
                <a:lnTo>
                  <a:pt x="790800" y="230379"/>
                </a:lnTo>
                <a:lnTo>
                  <a:pt x="807850" y="172551"/>
                </a:lnTo>
                <a:lnTo>
                  <a:pt x="819287" y="124521"/>
                </a:lnTo>
                <a:lnTo>
                  <a:pt x="824970" y="85544"/>
                </a:lnTo>
                <a:lnTo>
                  <a:pt x="824758" y="54874"/>
                </a:lnTo>
                <a:lnTo>
                  <a:pt x="818508" y="31763"/>
                </a:lnTo>
                <a:lnTo>
                  <a:pt x="806079" y="15467"/>
                </a:lnTo>
                <a:lnTo>
                  <a:pt x="787331" y="5238"/>
                </a:lnTo>
                <a:lnTo>
                  <a:pt x="762121" y="331"/>
                </a:lnTo>
                <a:lnTo>
                  <a:pt x="730308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66498" y="2339587"/>
            <a:ext cx="825500" cy="927100"/>
          </a:xfrm>
          <a:custGeom>
            <a:avLst/>
            <a:gdLst/>
            <a:ahLst/>
            <a:cxnLst/>
            <a:rect l="l" t="t" r="r" b="b"/>
            <a:pathLst>
              <a:path w="825500" h="927100">
                <a:moveTo>
                  <a:pt x="730308" y="0"/>
                </a:moveTo>
                <a:lnTo>
                  <a:pt x="691751" y="3497"/>
                </a:lnTo>
                <a:lnTo>
                  <a:pt x="646308" y="10079"/>
                </a:lnTo>
                <a:lnTo>
                  <a:pt x="593838" y="18997"/>
                </a:lnTo>
                <a:lnTo>
                  <a:pt x="474940" y="40195"/>
                </a:lnTo>
                <a:lnTo>
                  <a:pt x="415047" y="51627"/>
                </a:lnTo>
                <a:lnTo>
                  <a:pt x="356121" y="63474"/>
                </a:lnTo>
                <a:lnTo>
                  <a:pt x="299761" y="75407"/>
                </a:lnTo>
                <a:lnTo>
                  <a:pt x="247567" y="87097"/>
                </a:lnTo>
                <a:lnTo>
                  <a:pt x="201140" y="98216"/>
                </a:lnTo>
                <a:lnTo>
                  <a:pt x="162080" y="108435"/>
                </a:lnTo>
                <a:lnTo>
                  <a:pt x="112459" y="124857"/>
                </a:lnTo>
                <a:lnTo>
                  <a:pt x="75874" y="147012"/>
                </a:lnTo>
                <a:lnTo>
                  <a:pt x="44850" y="177560"/>
                </a:lnTo>
                <a:lnTo>
                  <a:pt x="20406" y="218507"/>
                </a:lnTo>
                <a:lnTo>
                  <a:pt x="3563" y="271859"/>
                </a:lnTo>
                <a:lnTo>
                  <a:pt x="0" y="304316"/>
                </a:lnTo>
                <a:lnTo>
                  <a:pt x="2604" y="337795"/>
                </a:lnTo>
                <a:lnTo>
                  <a:pt x="24861" y="409494"/>
                </a:lnTo>
                <a:lnTo>
                  <a:pt x="43786" y="448549"/>
                </a:lnTo>
                <a:lnTo>
                  <a:pt x="67424" y="490299"/>
                </a:lnTo>
                <a:lnTo>
                  <a:pt x="95411" y="535161"/>
                </a:lnTo>
                <a:lnTo>
                  <a:pt x="127383" y="583553"/>
                </a:lnTo>
                <a:lnTo>
                  <a:pt x="201829" y="692601"/>
                </a:lnTo>
                <a:lnTo>
                  <a:pt x="237206" y="743951"/>
                </a:lnTo>
                <a:lnTo>
                  <a:pt x="269012" y="788924"/>
                </a:lnTo>
                <a:lnTo>
                  <a:pt x="297639" y="827542"/>
                </a:lnTo>
                <a:lnTo>
                  <a:pt x="323475" y="859826"/>
                </a:lnTo>
                <a:lnTo>
                  <a:pt x="368337" y="905480"/>
                </a:lnTo>
                <a:lnTo>
                  <a:pt x="406718" y="926059"/>
                </a:lnTo>
                <a:lnTo>
                  <a:pt x="424454" y="926999"/>
                </a:lnTo>
                <a:lnTo>
                  <a:pt x="441740" y="921735"/>
                </a:lnTo>
                <a:lnTo>
                  <a:pt x="476522" y="892679"/>
                </a:lnTo>
                <a:lnTo>
                  <a:pt x="514184" y="839065"/>
                </a:lnTo>
                <a:lnTo>
                  <a:pt x="535071" y="803102"/>
                </a:lnTo>
                <a:lnTo>
                  <a:pt x="557847" y="761064"/>
                </a:lnTo>
                <a:lnTo>
                  <a:pt x="582904" y="712973"/>
                </a:lnTo>
                <a:lnTo>
                  <a:pt x="641419" y="598716"/>
                </a:lnTo>
                <a:lnTo>
                  <a:pt x="675657" y="532593"/>
                </a:lnTo>
                <a:lnTo>
                  <a:pt x="704789" y="467342"/>
                </a:lnTo>
                <a:lnTo>
                  <a:pt x="724819" y="417477"/>
                </a:lnTo>
                <a:lnTo>
                  <a:pt x="746483" y="360247"/>
                </a:lnTo>
                <a:lnTo>
                  <a:pt x="768274" y="298751"/>
                </a:lnTo>
                <a:lnTo>
                  <a:pt x="790797" y="230379"/>
                </a:lnTo>
                <a:lnTo>
                  <a:pt x="807848" y="172551"/>
                </a:lnTo>
                <a:lnTo>
                  <a:pt x="819286" y="124521"/>
                </a:lnTo>
                <a:lnTo>
                  <a:pt x="824969" y="85544"/>
                </a:lnTo>
                <a:lnTo>
                  <a:pt x="824757" y="54874"/>
                </a:lnTo>
                <a:lnTo>
                  <a:pt x="818507" y="31763"/>
                </a:lnTo>
                <a:lnTo>
                  <a:pt x="806079" y="15467"/>
                </a:lnTo>
                <a:lnTo>
                  <a:pt x="787331" y="5238"/>
                </a:lnTo>
                <a:lnTo>
                  <a:pt x="762121" y="331"/>
                </a:lnTo>
                <a:lnTo>
                  <a:pt x="730308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72123" y="2515049"/>
            <a:ext cx="84709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100"/>
              </a:spcBef>
            </a:pPr>
            <a:r>
              <a:rPr sz="1600" b="1" dirty="0">
                <a:solidFill>
                  <a:srgbClr val="4D4D4D"/>
                </a:solidFill>
                <a:latin typeface="Tahoma"/>
                <a:cs typeface="Tahoma"/>
              </a:rPr>
              <a:t>USD</a:t>
            </a:r>
            <a:r>
              <a:rPr sz="1600" b="1" spc="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4D4D4D"/>
                </a:solidFill>
                <a:latin typeface="Tahoma"/>
                <a:cs typeface="Tahoma"/>
              </a:rPr>
              <a:t>60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sz="1600" b="1" spc="-40" dirty="0">
                <a:solidFill>
                  <a:srgbClr val="4D4D4D"/>
                </a:solidFill>
                <a:latin typeface="Tahoma"/>
                <a:cs typeface="Tahoma"/>
              </a:rPr>
              <a:t>millones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82176" y="2515049"/>
            <a:ext cx="84709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100"/>
              </a:spcBef>
            </a:pPr>
            <a:r>
              <a:rPr sz="1600" b="1" dirty="0">
                <a:solidFill>
                  <a:srgbClr val="4D4D4D"/>
                </a:solidFill>
                <a:latin typeface="Tahoma"/>
                <a:cs typeface="Tahoma"/>
              </a:rPr>
              <a:t>USD</a:t>
            </a:r>
            <a:r>
              <a:rPr sz="1600" b="1" spc="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4D4D4D"/>
                </a:solidFill>
                <a:latin typeface="Tahoma"/>
                <a:cs typeface="Tahoma"/>
              </a:rPr>
              <a:t>10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ts val="1875"/>
              </a:lnSpc>
            </a:pPr>
            <a:r>
              <a:rPr sz="1600" b="1" spc="-40" dirty="0">
                <a:solidFill>
                  <a:srgbClr val="4D4D4D"/>
                </a:solidFill>
                <a:latin typeface="Tahoma"/>
                <a:cs typeface="Tahoma"/>
              </a:rPr>
              <a:t>millones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55063" y="2512273"/>
            <a:ext cx="1008380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100"/>
              </a:spcBef>
            </a:pPr>
            <a:r>
              <a:rPr sz="1600" b="1" spc="-10" dirty="0">
                <a:solidFill>
                  <a:srgbClr val="4D4D4D"/>
                </a:solidFill>
                <a:latin typeface="Tahoma"/>
                <a:cs typeface="Tahoma"/>
              </a:rPr>
              <a:t>400.000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ts val="1830"/>
              </a:lnSpc>
              <a:spcBef>
                <a:spcPts val="90"/>
              </a:spcBef>
            </a:pPr>
            <a:r>
              <a:rPr sz="1600" b="1" spc="-60" dirty="0">
                <a:solidFill>
                  <a:srgbClr val="4D4D4D"/>
                </a:solidFill>
                <a:latin typeface="Tahoma"/>
                <a:cs typeface="Tahoma"/>
              </a:rPr>
              <a:t>Toneladas </a:t>
            </a:r>
            <a:r>
              <a:rPr sz="1600" b="1" spc="-30" dirty="0">
                <a:solidFill>
                  <a:srgbClr val="4D4D4D"/>
                </a:solidFill>
                <a:latin typeface="Tahoma"/>
                <a:cs typeface="Tahoma"/>
              </a:rPr>
              <a:t>de</a:t>
            </a:r>
            <a:r>
              <a:rPr sz="1600" b="1" spc="-8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4D4D4D"/>
                </a:solidFill>
                <a:latin typeface="Tahoma"/>
                <a:cs typeface="Tahoma"/>
              </a:rPr>
              <a:t>CO₂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790643" y="2339587"/>
            <a:ext cx="825500" cy="927100"/>
          </a:xfrm>
          <a:custGeom>
            <a:avLst/>
            <a:gdLst/>
            <a:ahLst/>
            <a:cxnLst/>
            <a:rect l="l" t="t" r="r" b="b"/>
            <a:pathLst>
              <a:path w="825500" h="927100">
                <a:moveTo>
                  <a:pt x="730308" y="0"/>
                </a:moveTo>
                <a:lnTo>
                  <a:pt x="691751" y="3497"/>
                </a:lnTo>
                <a:lnTo>
                  <a:pt x="646308" y="10079"/>
                </a:lnTo>
                <a:lnTo>
                  <a:pt x="593838" y="18997"/>
                </a:lnTo>
                <a:lnTo>
                  <a:pt x="474940" y="40195"/>
                </a:lnTo>
                <a:lnTo>
                  <a:pt x="415047" y="51627"/>
                </a:lnTo>
                <a:lnTo>
                  <a:pt x="356121" y="63474"/>
                </a:lnTo>
                <a:lnTo>
                  <a:pt x="299761" y="75407"/>
                </a:lnTo>
                <a:lnTo>
                  <a:pt x="247567" y="87097"/>
                </a:lnTo>
                <a:lnTo>
                  <a:pt x="201141" y="98216"/>
                </a:lnTo>
                <a:lnTo>
                  <a:pt x="162081" y="108435"/>
                </a:lnTo>
                <a:lnTo>
                  <a:pt x="112463" y="124857"/>
                </a:lnTo>
                <a:lnTo>
                  <a:pt x="75875" y="147012"/>
                </a:lnTo>
                <a:lnTo>
                  <a:pt x="44850" y="177560"/>
                </a:lnTo>
                <a:lnTo>
                  <a:pt x="20406" y="218507"/>
                </a:lnTo>
                <a:lnTo>
                  <a:pt x="3563" y="271859"/>
                </a:lnTo>
                <a:lnTo>
                  <a:pt x="0" y="304316"/>
                </a:lnTo>
                <a:lnTo>
                  <a:pt x="2604" y="337795"/>
                </a:lnTo>
                <a:lnTo>
                  <a:pt x="24862" y="409494"/>
                </a:lnTo>
                <a:lnTo>
                  <a:pt x="43787" y="448549"/>
                </a:lnTo>
                <a:lnTo>
                  <a:pt x="67425" y="490299"/>
                </a:lnTo>
                <a:lnTo>
                  <a:pt x="95412" y="535161"/>
                </a:lnTo>
                <a:lnTo>
                  <a:pt x="127384" y="583553"/>
                </a:lnTo>
                <a:lnTo>
                  <a:pt x="201829" y="692601"/>
                </a:lnTo>
                <a:lnTo>
                  <a:pt x="237206" y="743951"/>
                </a:lnTo>
                <a:lnTo>
                  <a:pt x="269012" y="788924"/>
                </a:lnTo>
                <a:lnTo>
                  <a:pt x="297638" y="827542"/>
                </a:lnTo>
                <a:lnTo>
                  <a:pt x="323475" y="859826"/>
                </a:lnTo>
                <a:lnTo>
                  <a:pt x="368337" y="905480"/>
                </a:lnTo>
                <a:lnTo>
                  <a:pt x="406718" y="926059"/>
                </a:lnTo>
                <a:lnTo>
                  <a:pt x="424454" y="926999"/>
                </a:lnTo>
                <a:lnTo>
                  <a:pt x="441740" y="921735"/>
                </a:lnTo>
                <a:lnTo>
                  <a:pt x="476522" y="892679"/>
                </a:lnTo>
                <a:lnTo>
                  <a:pt x="514184" y="839065"/>
                </a:lnTo>
                <a:lnTo>
                  <a:pt x="535071" y="803102"/>
                </a:lnTo>
                <a:lnTo>
                  <a:pt x="557847" y="761064"/>
                </a:lnTo>
                <a:lnTo>
                  <a:pt x="582904" y="712973"/>
                </a:lnTo>
                <a:lnTo>
                  <a:pt x="641419" y="598716"/>
                </a:lnTo>
                <a:lnTo>
                  <a:pt x="675657" y="532593"/>
                </a:lnTo>
                <a:lnTo>
                  <a:pt x="704789" y="467342"/>
                </a:lnTo>
                <a:lnTo>
                  <a:pt x="724820" y="417477"/>
                </a:lnTo>
                <a:lnTo>
                  <a:pt x="746485" y="360247"/>
                </a:lnTo>
                <a:lnTo>
                  <a:pt x="768278" y="298751"/>
                </a:lnTo>
                <a:lnTo>
                  <a:pt x="790800" y="230379"/>
                </a:lnTo>
                <a:lnTo>
                  <a:pt x="807850" y="172551"/>
                </a:lnTo>
                <a:lnTo>
                  <a:pt x="819287" y="124521"/>
                </a:lnTo>
                <a:lnTo>
                  <a:pt x="824970" y="85544"/>
                </a:lnTo>
                <a:lnTo>
                  <a:pt x="824758" y="54874"/>
                </a:lnTo>
                <a:lnTo>
                  <a:pt x="818508" y="31763"/>
                </a:lnTo>
                <a:lnTo>
                  <a:pt x="806079" y="15467"/>
                </a:lnTo>
                <a:lnTo>
                  <a:pt x="787331" y="5238"/>
                </a:lnTo>
                <a:lnTo>
                  <a:pt x="762121" y="331"/>
                </a:lnTo>
                <a:lnTo>
                  <a:pt x="730308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015308" y="2511200"/>
            <a:ext cx="991869" cy="50165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1830"/>
              </a:lnSpc>
              <a:spcBef>
                <a:spcPts val="235"/>
              </a:spcBef>
            </a:pPr>
            <a:r>
              <a:rPr sz="1600" b="1" spc="-60" dirty="0">
                <a:solidFill>
                  <a:srgbClr val="4D4D4D"/>
                </a:solidFill>
                <a:latin typeface="Tahoma"/>
                <a:cs typeface="Tahoma"/>
              </a:rPr>
              <a:t>1eros</a:t>
            </a:r>
            <a:r>
              <a:rPr sz="1600" b="1" spc="-25" dirty="0">
                <a:solidFill>
                  <a:srgbClr val="4D4D4D"/>
                </a:solidFill>
                <a:latin typeface="Tahoma"/>
                <a:cs typeface="Tahoma"/>
              </a:rPr>
              <a:t> en </a:t>
            </a:r>
            <a:r>
              <a:rPr sz="1600" b="1" dirty="0">
                <a:solidFill>
                  <a:srgbClr val="4D4D4D"/>
                </a:solidFill>
                <a:latin typeface="Tahoma"/>
                <a:cs typeface="Tahoma"/>
              </a:rPr>
              <a:t>el</a:t>
            </a:r>
            <a:r>
              <a:rPr sz="1600" b="1" spc="-5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600" b="1" spc="-75" dirty="0">
                <a:solidFill>
                  <a:srgbClr val="4D4D4D"/>
                </a:solidFill>
                <a:latin typeface="Tahoma"/>
                <a:cs typeface="Tahoma"/>
              </a:rPr>
              <a:t>ranking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75084" y="1901941"/>
            <a:ext cx="0" cy="346710"/>
          </a:xfrm>
          <a:custGeom>
            <a:avLst/>
            <a:gdLst/>
            <a:ahLst/>
            <a:cxnLst/>
            <a:rect l="l" t="t" r="r" b="b"/>
            <a:pathLst>
              <a:path h="346710">
                <a:moveTo>
                  <a:pt x="0" y="346607"/>
                </a:moveTo>
                <a:lnTo>
                  <a:pt x="0" y="0"/>
                </a:lnTo>
              </a:path>
            </a:pathLst>
          </a:custGeom>
          <a:ln w="3175">
            <a:solidFill>
              <a:srgbClr val="DE09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30948" y="3159043"/>
            <a:ext cx="0" cy="346710"/>
          </a:xfrm>
          <a:custGeom>
            <a:avLst/>
            <a:gdLst/>
            <a:ahLst/>
            <a:cxnLst/>
            <a:rect l="l" t="t" r="r" b="b"/>
            <a:pathLst>
              <a:path h="346710">
                <a:moveTo>
                  <a:pt x="0" y="346607"/>
                </a:moveTo>
                <a:lnTo>
                  <a:pt x="0" y="0"/>
                </a:lnTo>
              </a:path>
            </a:pathLst>
          </a:custGeom>
          <a:ln w="3175">
            <a:solidFill>
              <a:srgbClr val="DE09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86891" y="1901941"/>
            <a:ext cx="0" cy="346710"/>
          </a:xfrm>
          <a:custGeom>
            <a:avLst/>
            <a:gdLst/>
            <a:ahLst/>
            <a:cxnLst/>
            <a:rect l="l" t="t" r="r" b="b"/>
            <a:pathLst>
              <a:path h="346710">
                <a:moveTo>
                  <a:pt x="0" y="346607"/>
                </a:moveTo>
                <a:lnTo>
                  <a:pt x="0" y="0"/>
                </a:lnTo>
              </a:path>
            </a:pathLst>
          </a:custGeom>
          <a:ln w="3175">
            <a:solidFill>
              <a:srgbClr val="DE09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403470" y="3159043"/>
            <a:ext cx="0" cy="346710"/>
          </a:xfrm>
          <a:custGeom>
            <a:avLst/>
            <a:gdLst/>
            <a:ahLst/>
            <a:cxnLst/>
            <a:rect l="l" t="t" r="r" b="b"/>
            <a:pathLst>
              <a:path h="346710">
                <a:moveTo>
                  <a:pt x="0" y="346607"/>
                </a:moveTo>
                <a:lnTo>
                  <a:pt x="0" y="0"/>
                </a:lnTo>
              </a:path>
            </a:pathLst>
          </a:custGeom>
          <a:ln w="3175">
            <a:solidFill>
              <a:srgbClr val="DE09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9099" y="5447045"/>
            <a:ext cx="564292" cy="56429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34475" y="5447045"/>
            <a:ext cx="564292" cy="56429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35551" y="5447045"/>
            <a:ext cx="564292" cy="56429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9099" y="6434596"/>
            <a:ext cx="564292" cy="56429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34475" y="6434596"/>
            <a:ext cx="564292" cy="56429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415125" y="5447045"/>
            <a:ext cx="564294" cy="56429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35551" y="6434596"/>
            <a:ext cx="564292" cy="56429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15125" y="6434596"/>
            <a:ext cx="564294" cy="564292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38" name="object 38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911055" y="1218867"/>
            <a:ext cx="1789430" cy="40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9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</a:t>
            </a:r>
            <a:r>
              <a:rPr sz="11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USD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60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millones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ahorros</a:t>
            </a:r>
            <a:r>
              <a:rPr sz="1100" spc="-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logrados</a:t>
            </a:r>
            <a:r>
              <a:rPr sz="1100" spc="-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clientes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44" name="object 44"/>
          <p:cNvSpPr txBox="1"/>
          <p:nvPr/>
        </p:nvSpPr>
        <p:spPr>
          <a:xfrm>
            <a:off x="6885644" y="1218867"/>
            <a:ext cx="1789430" cy="588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9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</a:t>
            </a:r>
            <a:r>
              <a:rPr sz="1100" spc="2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2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400.000</a:t>
            </a:r>
            <a:r>
              <a:rPr sz="1100" spc="2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toneladas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CO₂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evitadas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por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proyec-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tos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</a:t>
            </a:r>
            <a:r>
              <a:rPr sz="11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60718" y="3610285"/>
            <a:ext cx="1790064" cy="96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9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</a:t>
            </a:r>
            <a:r>
              <a:rPr sz="11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USD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10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millones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1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inversiones</a:t>
            </a:r>
            <a:r>
              <a:rPr sz="1100" spc="4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4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 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r>
              <a:rPr sz="1100" spc="4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financiadas</a:t>
            </a:r>
            <a:r>
              <a:rPr sz="1100" spc="4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clientes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mediante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contratos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desempeño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61915" y="3610285"/>
            <a:ext cx="1790064" cy="1151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9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Argentina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Uruguay: Prime-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ros en el ranking de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evalua-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ción de empresas de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servi-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cios</a:t>
            </a:r>
            <a:r>
              <a:rPr sz="1100" spc="2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energéticos</a:t>
            </a:r>
            <a:r>
              <a:rPr sz="1100" spc="2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realizadas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por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Gobiernos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ambos países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7263" y="1120261"/>
            <a:ext cx="251904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solidFill>
                  <a:srgbClr val="4D4D4D"/>
                </a:solidFill>
                <a:latin typeface="Arial"/>
                <a:cs typeface="Arial"/>
              </a:rPr>
              <a:t>Implementación</a:t>
            </a:r>
            <a:r>
              <a:rPr sz="2250" spc="-3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4D4D4D"/>
                </a:solidFill>
                <a:latin typeface="Arial"/>
                <a:cs typeface="Arial"/>
              </a:rPr>
              <a:t>de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500" y="1566500"/>
            <a:ext cx="3625361" cy="8571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9659" y="2542868"/>
            <a:ext cx="12960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solidFill>
                  <a:srgbClr val="DE0909"/>
                </a:solidFill>
                <a:latin typeface="Arial"/>
                <a:cs typeface="Arial"/>
              </a:rPr>
              <a:t>ISO</a:t>
            </a:r>
            <a:r>
              <a:rPr sz="2000" b="1" spc="-95" dirty="0">
                <a:solidFill>
                  <a:srgbClr val="DE0909"/>
                </a:solidFill>
                <a:latin typeface="Arial"/>
                <a:cs typeface="Arial"/>
              </a:rPr>
              <a:t> </a:t>
            </a:r>
            <a:r>
              <a:rPr sz="2000" b="1" spc="90" dirty="0">
                <a:solidFill>
                  <a:srgbClr val="DE0909"/>
                </a:solidFill>
                <a:latin typeface="Arial"/>
                <a:cs typeface="Arial"/>
              </a:rPr>
              <a:t>50001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0948" y="5590449"/>
            <a:ext cx="2880995" cy="966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160" algn="just">
              <a:lnSpc>
                <a:spcPct val="104200"/>
              </a:lnSpc>
            </a:pPr>
            <a:r>
              <a:rPr sz="2000" b="1" dirty="0">
                <a:solidFill>
                  <a:srgbClr val="4D4D4D"/>
                </a:solidFill>
                <a:latin typeface="Tahoma"/>
                <a:cs typeface="Tahoma"/>
              </a:rPr>
              <a:t>La</a:t>
            </a:r>
            <a:r>
              <a:rPr sz="2000" b="1" spc="-7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2000" b="1" spc="-60" dirty="0">
                <a:solidFill>
                  <a:srgbClr val="4D4D4D"/>
                </a:solidFill>
                <a:latin typeface="Tahoma"/>
                <a:cs typeface="Tahoma"/>
              </a:rPr>
              <a:t>Norma</a:t>
            </a:r>
            <a:r>
              <a:rPr sz="2000" b="1" spc="-7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4D4D4D"/>
                </a:solidFill>
                <a:latin typeface="Tahoma"/>
                <a:cs typeface="Tahoma"/>
              </a:rPr>
              <a:t>se</a:t>
            </a:r>
            <a:r>
              <a:rPr sz="2000" b="1" spc="-7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4D4D4D"/>
                </a:solidFill>
                <a:latin typeface="Tahoma"/>
                <a:cs typeface="Tahoma"/>
              </a:rPr>
              <a:t>basa</a:t>
            </a:r>
            <a:r>
              <a:rPr sz="2000" b="1" spc="-6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4D4D4D"/>
                </a:solidFill>
                <a:latin typeface="Tahoma"/>
                <a:cs typeface="Tahoma"/>
              </a:rPr>
              <a:t>en</a:t>
            </a:r>
            <a:r>
              <a:rPr sz="2000" b="1" spc="-7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4D4D4D"/>
                </a:solidFill>
                <a:latin typeface="Tahoma"/>
                <a:cs typeface="Tahoma"/>
              </a:rPr>
              <a:t>el </a:t>
            </a:r>
            <a:r>
              <a:rPr sz="2000" b="1" spc="-70" dirty="0">
                <a:solidFill>
                  <a:srgbClr val="4D4D4D"/>
                </a:solidFill>
                <a:latin typeface="Tahoma"/>
                <a:cs typeface="Tahoma"/>
              </a:rPr>
              <a:t>ciclo</a:t>
            </a:r>
            <a:r>
              <a:rPr sz="2000" b="1" spc="-6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2000" b="1" spc="-80" dirty="0">
                <a:solidFill>
                  <a:srgbClr val="4D4D4D"/>
                </a:solidFill>
                <a:latin typeface="Tahoma"/>
                <a:cs typeface="Tahoma"/>
              </a:rPr>
              <a:t>de</a:t>
            </a:r>
            <a:r>
              <a:rPr sz="2000" b="1" spc="-3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2000" b="1" spc="-140" dirty="0">
                <a:solidFill>
                  <a:srgbClr val="4D4D4D"/>
                </a:solidFill>
                <a:latin typeface="Tahoma"/>
                <a:cs typeface="Tahoma"/>
              </a:rPr>
              <a:t>mejora</a:t>
            </a:r>
            <a:r>
              <a:rPr sz="2000" b="1" spc="-1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rgbClr val="4D4D4D"/>
                </a:solidFill>
                <a:latin typeface="Tahoma"/>
                <a:cs typeface="Tahoma"/>
              </a:rPr>
              <a:t>contínua </a:t>
            </a:r>
            <a:r>
              <a:rPr sz="2000" b="1" spc="-20" dirty="0">
                <a:solidFill>
                  <a:srgbClr val="DE0909"/>
                </a:solidFill>
                <a:latin typeface="Tahoma"/>
                <a:cs typeface="Tahoma"/>
              </a:rPr>
              <a:t>PHVA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9" name="object 9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66121" y="2082899"/>
            <a:ext cx="1052195" cy="352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marR="5080" indent="-243204">
              <a:lnSpc>
                <a:spcPct val="119100"/>
              </a:lnSpc>
              <a:spcBef>
                <a:spcPts val="100"/>
              </a:spcBef>
            </a:pPr>
            <a:r>
              <a:rPr sz="900" b="1" spc="-40" dirty="0">
                <a:solidFill>
                  <a:srgbClr val="666666"/>
                </a:solidFill>
                <a:latin typeface="Arial"/>
                <a:cs typeface="Arial"/>
              </a:rPr>
              <a:t>Cuestiones</a:t>
            </a:r>
            <a:r>
              <a:rPr sz="900" b="1" spc="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internas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y</a:t>
            </a:r>
            <a:r>
              <a:rPr sz="900" b="1" spc="-5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externas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21894" y="2010413"/>
            <a:ext cx="101854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9100"/>
              </a:lnSpc>
              <a:spcBef>
                <a:spcPts val="100"/>
              </a:spcBef>
            </a:pPr>
            <a:r>
              <a:rPr sz="900" b="1" spc="-35" dirty="0">
                <a:solidFill>
                  <a:srgbClr val="666666"/>
                </a:solidFill>
                <a:latin typeface="Arial"/>
                <a:cs typeface="Arial"/>
              </a:rPr>
              <a:t>Necesidades</a:t>
            </a:r>
            <a:r>
              <a:rPr sz="900" b="1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50" dirty="0">
                <a:solidFill>
                  <a:srgbClr val="666666"/>
                </a:solidFill>
                <a:latin typeface="Arial"/>
                <a:cs typeface="Arial"/>
              </a:rPr>
              <a:t>y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expectativas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de</a:t>
            </a:r>
            <a:r>
              <a:rPr sz="900" b="1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las </a:t>
            </a:r>
            <a:r>
              <a:rPr sz="900" b="1" spc="-20" dirty="0">
                <a:solidFill>
                  <a:srgbClr val="666666"/>
                </a:solidFill>
                <a:latin typeface="Arial"/>
                <a:cs typeface="Arial"/>
              </a:rPr>
              <a:t>partes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interesadas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15368" y="2384369"/>
            <a:ext cx="3478461" cy="368728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676698" y="2236011"/>
            <a:ext cx="15303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solidFill>
                  <a:srgbClr val="666666"/>
                </a:solidFill>
                <a:latin typeface="Tahoma"/>
                <a:cs typeface="Tahoma"/>
              </a:rPr>
              <a:t>P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59242" y="5630762"/>
            <a:ext cx="1195070" cy="829944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665"/>
              </a:spcBef>
            </a:pPr>
            <a:r>
              <a:rPr sz="1500" b="1" spc="30" dirty="0">
                <a:solidFill>
                  <a:srgbClr val="666666"/>
                </a:solidFill>
                <a:latin typeface="Tahoma"/>
                <a:cs typeface="Tahoma"/>
              </a:rPr>
              <a:t>V</a:t>
            </a:r>
            <a:endParaRPr sz="1500">
              <a:latin typeface="Tahoma"/>
              <a:cs typeface="Tahoma"/>
            </a:endParaRPr>
          </a:p>
          <a:p>
            <a:pPr marL="12700" marR="5080" indent="-635" algn="ctr">
              <a:lnSpc>
                <a:spcPct val="119100"/>
              </a:lnSpc>
              <a:spcBef>
                <a:spcPts val="105"/>
              </a:spcBef>
            </a:pPr>
            <a:r>
              <a:rPr sz="900" b="1" spc="-35" dirty="0">
                <a:solidFill>
                  <a:srgbClr val="666666"/>
                </a:solidFill>
                <a:latin typeface="Arial"/>
                <a:cs typeface="Arial"/>
              </a:rPr>
              <a:t>Resultados</a:t>
            </a:r>
            <a:r>
              <a:rPr sz="900" b="1" spc="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previstos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del</a:t>
            </a:r>
            <a:r>
              <a:rPr sz="90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sistema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de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666666"/>
                </a:solidFill>
                <a:latin typeface="Arial"/>
                <a:cs typeface="Arial"/>
              </a:rPr>
              <a:t>gestión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de</a:t>
            </a:r>
            <a:r>
              <a:rPr sz="900" b="1" spc="-3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666666"/>
                </a:solidFill>
                <a:latin typeface="Arial"/>
                <a:cs typeface="Arial"/>
              </a:rPr>
              <a:t>la</a:t>
            </a:r>
            <a:r>
              <a:rPr sz="900" b="1" spc="-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666666"/>
                </a:solidFill>
                <a:latin typeface="Arial"/>
                <a:cs typeface="Arial"/>
              </a:rPr>
              <a:t>energía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94996" y="3979401"/>
            <a:ext cx="176530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solidFill>
                  <a:srgbClr val="666666"/>
                </a:solidFill>
                <a:latin typeface="Tahoma"/>
                <a:cs typeface="Tahoma"/>
              </a:rPr>
              <a:t>H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56708" y="3979930"/>
            <a:ext cx="17081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60" dirty="0">
                <a:solidFill>
                  <a:srgbClr val="666666"/>
                </a:solidFill>
                <a:latin typeface="Tahoma"/>
                <a:cs typeface="Tahoma"/>
              </a:rPr>
              <a:t>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65298" y="4016115"/>
            <a:ext cx="57912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35" dirty="0">
                <a:solidFill>
                  <a:srgbClr val="FFFFFF"/>
                </a:solidFill>
                <a:latin typeface="Tahoma"/>
                <a:cs typeface="Tahoma"/>
              </a:rPr>
              <a:t>Liderazgo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85249" y="3117146"/>
            <a:ext cx="7429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35" dirty="0">
                <a:solidFill>
                  <a:srgbClr val="FFFFFF"/>
                </a:solidFill>
                <a:latin typeface="Tahoma"/>
                <a:cs typeface="Tahoma"/>
              </a:rPr>
              <a:t>Planificación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30579" y="4829957"/>
            <a:ext cx="845185" cy="374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885" marR="5080" indent="-83820">
              <a:lnSpc>
                <a:spcPct val="120400"/>
              </a:lnSpc>
              <a:spcBef>
                <a:spcPts val="95"/>
              </a:spcBef>
            </a:pPr>
            <a:r>
              <a:rPr sz="950" b="1" spc="-45" dirty="0">
                <a:solidFill>
                  <a:srgbClr val="FFFFFF"/>
                </a:solidFill>
                <a:latin typeface="Tahoma"/>
                <a:cs typeface="Tahoma"/>
              </a:rPr>
              <a:t>Evaluación</a:t>
            </a:r>
            <a:r>
              <a:rPr sz="9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Tahoma"/>
                <a:cs typeface="Tahoma"/>
              </a:rPr>
              <a:t>del </a:t>
            </a:r>
            <a:r>
              <a:rPr sz="950" b="1" spc="-10" dirty="0">
                <a:solidFill>
                  <a:srgbClr val="FFFFFF"/>
                </a:solidFill>
                <a:latin typeface="Tahoma"/>
                <a:cs typeface="Tahoma"/>
              </a:rPr>
              <a:t>desempeño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68219" y="4014225"/>
            <a:ext cx="41402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45" dirty="0">
                <a:solidFill>
                  <a:srgbClr val="FFFFFF"/>
                </a:solidFill>
                <a:latin typeface="Tahoma"/>
                <a:cs typeface="Tahoma"/>
              </a:rPr>
              <a:t>Mejora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79213" y="3918905"/>
            <a:ext cx="580390" cy="374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085">
              <a:lnSpc>
                <a:spcPct val="120400"/>
              </a:lnSpc>
              <a:spcBef>
                <a:spcPts val="95"/>
              </a:spcBef>
            </a:pPr>
            <a:r>
              <a:rPr sz="950" b="1" spc="-20" dirty="0">
                <a:solidFill>
                  <a:srgbClr val="666666"/>
                </a:solidFill>
                <a:latin typeface="Tahoma"/>
                <a:cs typeface="Tahoma"/>
              </a:rPr>
              <a:t>Apoyo</a:t>
            </a:r>
            <a:r>
              <a:rPr sz="950" b="1" spc="-2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950" b="1" spc="-50" dirty="0">
                <a:solidFill>
                  <a:srgbClr val="666666"/>
                </a:solidFill>
                <a:latin typeface="Tahoma"/>
                <a:cs typeface="Tahoma"/>
              </a:rPr>
              <a:t>y operación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0664" y="3384526"/>
            <a:ext cx="3881754" cy="120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100"/>
              </a:lnSpc>
              <a:spcBef>
                <a:spcPts val="100"/>
              </a:spcBef>
            </a:pPr>
            <a:r>
              <a:rPr sz="13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ISO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50001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especifica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666666"/>
                </a:solidFill>
                <a:latin typeface="Microsoft Sans Serif"/>
                <a:cs typeface="Microsoft Sans Serif"/>
              </a:rPr>
              <a:t>requisitos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desarro-</a:t>
            </a:r>
            <a:r>
              <a:rPr sz="13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llar</a:t>
            </a:r>
            <a:r>
              <a:rPr sz="13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e</a:t>
            </a:r>
            <a:r>
              <a:rPr sz="13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implementar</a:t>
            </a:r>
            <a:r>
              <a:rPr sz="13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3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política</a:t>
            </a:r>
            <a:r>
              <a:rPr sz="13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energética,</a:t>
            </a:r>
            <a:r>
              <a:rPr sz="13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así</a:t>
            </a:r>
            <a:r>
              <a:rPr sz="13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como</a:t>
            </a:r>
            <a:r>
              <a:rPr sz="13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3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establecimiento</a:t>
            </a:r>
            <a:r>
              <a:rPr sz="1300" spc="3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300" spc="3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666666"/>
                </a:solidFill>
                <a:latin typeface="Microsoft Sans Serif"/>
                <a:cs typeface="Microsoft Sans Serif"/>
              </a:rPr>
              <a:t>objetivos,</a:t>
            </a:r>
            <a:r>
              <a:rPr sz="1300" spc="3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metas</a:t>
            </a:r>
            <a:r>
              <a:rPr sz="1300" spc="3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300" spc="3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planes</a:t>
            </a:r>
            <a:r>
              <a:rPr sz="1300" spc="3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3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acción,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666666"/>
                </a:solidFill>
                <a:latin typeface="Microsoft Sans Serif"/>
                <a:cs typeface="Microsoft Sans Serif"/>
              </a:rPr>
              <a:t>teniendo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en </a:t>
            </a:r>
            <a:r>
              <a:rPr sz="13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cuenta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666666"/>
                </a:solidFill>
                <a:latin typeface="Microsoft Sans Serif"/>
                <a:cs typeface="Microsoft Sans Serif"/>
              </a:rPr>
              <a:t>requisitos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legales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3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uso</a:t>
            </a:r>
            <a:r>
              <a:rPr sz="1300" spc="-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significativo</a:t>
            </a:r>
            <a:r>
              <a:rPr sz="1300" spc="-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300" spc="-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300" spc="-1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3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93500" y="5447779"/>
            <a:ext cx="765810" cy="36195"/>
          </a:xfrm>
          <a:custGeom>
            <a:avLst/>
            <a:gdLst/>
            <a:ahLst/>
            <a:cxnLst/>
            <a:rect l="l" t="t" r="r" b="b"/>
            <a:pathLst>
              <a:path w="765810" h="36195">
                <a:moveTo>
                  <a:pt x="765625" y="0"/>
                </a:moveTo>
                <a:lnTo>
                  <a:pt x="0" y="0"/>
                </a:lnTo>
                <a:lnTo>
                  <a:pt x="0" y="35726"/>
                </a:lnTo>
                <a:lnTo>
                  <a:pt x="765625" y="35726"/>
                </a:lnTo>
                <a:lnTo>
                  <a:pt x="765625" y="0"/>
                </a:lnTo>
                <a:close/>
              </a:path>
            </a:pathLst>
          </a:custGeom>
          <a:solidFill>
            <a:srgbClr val="DE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69419" y="300006"/>
            <a:ext cx="18434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4.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9697" y="2205190"/>
            <a:ext cx="4473575" cy="4473575"/>
            <a:chOff x="5669697" y="2205190"/>
            <a:chExt cx="4473575" cy="4473575"/>
          </a:xfrm>
        </p:grpSpPr>
        <p:sp>
          <p:nvSpPr>
            <p:cNvPr id="3" name="object 3"/>
            <p:cNvSpPr/>
            <p:nvPr/>
          </p:nvSpPr>
          <p:spPr>
            <a:xfrm>
              <a:off x="5669686" y="2205196"/>
              <a:ext cx="4473575" cy="4473575"/>
            </a:xfrm>
            <a:custGeom>
              <a:avLst/>
              <a:gdLst/>
              <a:ahLst/>
              <a:cxnLst/>
              <a:rect l="l" t="t" r="r" b="b"/>
              <a:pathLst>
                <a:path w="4473575" h="4473575">
                  <a:moveTo>
                    <a:pt x="4473460" y="2236736"/>
                  </a:moveTo>
                  <a:lnTo>
                    <a:pt x="4472952" y="2188730"/>
                  </a:lnTo>
                  <a:lnTo>
                    <a:pt x="4471441" y="2140966"/>
                  </a:lnTo>
                  <a:lnTo>
                    <a:pt x="4468939" y="2093455"/>
                  </a:lnTo>
                  <a:lnTo>
                    <a:pt x="4465459" y="2046224"/>
                  </a:lnTo>
                  <a:lnTo>
                    <a:pt x="4461002" y="1999259"/>
                  </a:lnTo>
                  <a:lnTo>
                    <a:pt x="4455579" y="1952586"/>
                  </a:lnTo>
                  <a:lnTo>
                    <a:pt x="4449203" y="1906206"/>
                  </a:lnTo>
                  <a:lnTo>
                    <a:pt x="4441888" y="1860130"/>
                  </a:lnTo>
                  <a:lnTo>
                    <a:pt x="4433646" y="1814385"/>
                  </a:lnTo>
                  <a:lnTo>
                    <a:pt x="4424464" y="1768957"/>
                  </a:lnTo>
                  <a:lnTo>
                    <a:pt x="4414380" y="1723872"/>
                  </a:lnTo>
                  <a:lnTo>
                    <a:pt x="4403395" y="1679130"/>
                  </a:lnTo>
                  <a:lnTo>
                    <a:pt x="4391520" y="1634756"/>
                  </a:lnTo>
                  <a:lnTo>
                    <a:pt x="4378757" y="1590738"/>
                  </a:lnTo>
                  <a:lnTo>
                    <a:pt x="4365129" y="1547101"/>
                  </a:lnTo>
                  <a:lnTo>
                    <a:pt x="4350626" y="1503857"/>
                  </a:lnTo>
                  <a:lnTo>
                    <a:pt x="4335284" y="1461008"/>
                  </a:lnTo>
                  <a:lnTo>
                    <a:pt x="4319092" y="1418564"/>
                  </a:lnTo>
                  <a:lnTo>
                    <a:pt x="4302074" y="1376540"/>
                  </a:lnTo>
                  <a:lnTo>
                    <a:pt x="4284230" y="1334947"/>
                  </a:lnTo>
                  <a:lnTo>
                    <a:pt x="4265574" y="1293787"/>
                  </a:lnTo>
                  <a:lnTo>
                    <a:pt x="4246118" y="1253070"/>
                  </a:lnTo>
                  <a:lnTo>
                    <a:pt x="4225861" y="1212824"/>
                  </a:lnTo>
                  <a:lnTo>
                    <a:pt x="4204843" y="1173048"/>
                  </a:lnTo>
                  <a:lnTo>
                    <a:pt x="4183037" y="1133741"/>
                  </a:lnTo>
                  <a:lnTo>
                    <a:pt x="4160469" y="1094930"/>
                  </a:lnTo>
                  <a:lnTo>
                    <a:pt x="4137164" y="1056614"/>
                  </a:lnTo>
                  <a:lnTo>
                    <a:pt x="4113111" y="1018806"/>
                  </a:lnTo>
                  <a:lnTo>
                    <a:pt x="4088320" y="981519"/>
                  </a:lnTo>
                  <a:lnTo>
                    <a:pt x="4062819" y="944765"/>
                  </a:lnTo>
                  <a:lnTo>
                    <a:pt x="4036593" y="908545"/>
                  </a:lnTo>
                  <a:lnTo>
                    <a:pt x="4009682" y="872883"/>
                  </a:lnTo>
                  <a:lnTo>
                    <a:pt x="3982072" y="837768"/>
                  </a:lnTo>
                  <a:lnTo>
                    <a:pt x="3953789" y="803236"/>
                  </a:lnTo>
                  <a:lnTo>
                    <a:pt x="3924820" y="769277"/>
                  </a:lnTo>
                  <a:lnTo>
                    <a:pt x="3895204" y="735901"/>
                  </a:lnTo>
                  <a:lnTo>
                    <a:pt x="3864940" y="703135"/>
                  </a:lnTo>
                  <a:lnTo>
                    <a:pt x="3834028" y="670979"/>
                  </a:lnTo>
                  <a:lnTo>
                    <a:pt x="3802481" y="639432"/>
                  </a:lnTo>
                  <a:lnTo>
                    <a:pt x="3770325" y="608520"/>
                  </a:lnTo>
                  <a:lnTo>
                    <a:pt x="3737559" y="578256"/>
                  </a:lnTo>
                  <a:lnTo>
                    <a:pt x="3704183" y="548640"/>
                  </a:lnTo>
                  <a:lnTo>
                    <a:pt x="3670223" y="519671"/>
                  </a:lnTo>
                  <a:lnTo>
                    <a:pt x="3635692" y="491388"/>
                  </a:lnTo>
                  <a:lnTo>
                    <a:pt x="3600577" y="463778"/>
                  </a:lnTo>
                  <a:lnTo>
                    <a:pt x="3564915" y="436854"/>
                  </a:lnTo>
                  <a:lnTo>
                    <a:pt x="3528695" y="410641"/>
                  </a:lnTo>
                  <a:lnTo>
                    <a:pt x="3491941" y="385140"/>
                  </a:lnTo>
                  <a:lnTo>
                    <a:pt x="3454654" y="360349"/>
                  </a:lnTo>
                  <a:lnTo>
                    <a:pt x="3416846" y="336296"/>
                  </a:lnTo>
                  <a:lnTo>
                    <a:pt x="3378530" y="312978"/>
                  </a:lnTo>
                  <a:lnTo>
                    <a:pt x="3339719" y="290423"/>
                  </a:lnTo>
                  <a:lnTo>
                    <a:pt x="3300412" y="268617"/>
                  </a:lnTo>
                  <a:lnTo>
                    <a:pt x="3260636" y="247586"/>
                  </a:lnTo>
                  <a:lnTo>
                    <a:pt x="3220389" y="227342"/>
                  </a:lnTo>
                  <a:lnTo>
                    <a:pt x="3179673" y="207886"/>
                  </a:lnTo>
                  <a:lnTo>
                    <a:pt x="3138525" y="189230"/>
                  </a:lnTo>
                  <a:lnTo>
                    <a:pt x="3096920" y="171386"/>
                  </a:lnTo>
                  <a:lnTo>
                    <a:pt x="3054908" y="154368"/>
                  </a:lnTo>
                  <a:lnTo>
                    <a:pt x="3012465" y="138176"/>
                  </a:lnTo>
                  <a:lnTo>
                    <a:pt x="2969615" y="122834"/>
                  </a:lnTo>
                  <a:lnTo>
                    <a:pt x="2926359" y="108331"/>
                  </a:lnTo>
                  <a:lnTo>
                    <a:pt x="2882722" y="94703"/>
                  </a:lnTo>
                  <a:lnTo>
                    <a:pt x="2838716" y="81940"/>
                  </a:lnTo>
                  <a:lnTo>
                    <a:pt x="2794330" y="70065"/>
                  </a:lnTo>
                  <a:lnTo>
                    <a:pt x="2749588" y="59067"/>
                  </a:lnTo>
                  <a:lnTo>
                    <a:pt x="2704503" y="48983"/>
                  </a:lnTo>
                  <a:lnTo>
                    <a:pt x="2659075" y="39814"/>
                  </a:lnTo>
                  <a:lnTo>
                    <a:pt x="2613329" y="31572"/>
                  </a:lnTo>
                  <a:lnTo>
                    <a:pt x="2567254" y="24257"/>
                  </a:lnTo>
                  <a:lnTo>
                    <a:pt x="2520886" y="17881"/>
                  </a:lnTo>
                  <a:lnTo>
                    <a:pt x="2474201" y="12458"/>
                  </a:lnTo>
                  <a:lnTo>
                    <a:pt x="2427249" y="8001"/>
                  </a:lnTo>
                  <a:lnTo>
                    <a:pt x="2380005" y="4521"/>
                  </a:lnTo>
                  <a:lnTo>
                    <a:pt x="2332507" y="2019"/>
                  </a:lnTo>
                  <a:lnTo>
                    <a:pt x="2284742" y="508"/>
                  </a:lnTo>
                  <a:lnTo>
                    <a:pt x="2236736" y="0"/>
                  </a:lnTo>
                  <a:lnTo>
                    <a:pt x="2188718" y="508"/>
                  </a:lnTo>
                  <a:lnTo>
                    <a:pt x="2140966" y="2019"/>
                  </a:lnTo>
                  <a:lnTo>
                    <a:pt x="2093455" y="4521"/>
                  </a:lnTo>
                  <a:lnTo>
                    <a:pt x="2046211" y="8001"/>
                  </a:lnTo>
                  <a:lnTo>
                    <a:pt x="1999259" y="12458"/>
                  </a:lnTo>
                  <a:lnTo>
                    <a:pt x="1952586" y="17881"/>
                  </a:lnTo>
                  <a:lnTo>
                    <a:pt x="1906206" y="24257"/>
                  </a:lnTo>
                  <a:lnTo>
                    <a:pt x="1860130" y="31572"/>
                  </a:lnTo>
                  <a:lnTo>
                    <a:pt x="1814385" y="39814"/>
                  </a:lnTo>
                  <a:lnTo>
                    <a:pt x="1768957" y="48983"/>
                  </a:lnTo>
                  <a:lnTo>
                    <a:pt x="1723872" y="59067"/>
                  </a:lnTo>
                  <a:lnTo>
                    <a:pt x="1679130" y="70065"/>
                  </a:lnTo>
                  <a:lnTo>
                    <a:pt x="1634744" y="81940"/>
                  </a:lnTo>
                  <a:lnTo>
                    <a:pt x="1590738" y="94703"/>
                  </a:lnTo>
                  <a:lnTo>
                    <a:pt x="1547101" y="108331"/>
                  </a:lnTo>
                  <a:lnTo>
                    <a:pt x="1503857" y="122834"/>
                  </a:lnTo>
                  <a:lnTo>
                    <a:pt x="1461008" y="138176"/>
                  </a:lnTo>
                  <a:lnTo>
                    <a:pt x="1418564" y="154368"/>
                  </a:lnTo>
                  <a:lnTo>
                    <a:pt x="1376540" y="171386"/>
                  </a:lnTo>
                  <a:lnTo>
                    <a:pt x="1334947" y="189230"/>
                  </a:lnTo>
                  <a:lnTo>
                    <a:pt x="1293787" y="207886"/>
                  </a:lnTo>
                  <a:lnTo>
                    <a:pt x="1253070" y="227342"/>
                  </a:lnTo>
                  <a:lnTo>
                    <a:pt x="1212824" y="247586"/>
                  </a:lnTo>
                  <a:lnTo>
                    <a:pt x="1173048" y="268617"/>
                  </a:lnTo>
                  <a:lnTo>
                    <a:pt x="1133741" y="290423"/>
                  </a:lnTo>
                  <a:lnTo>
                    <a:pt x="1094930" y="312978"/>
                  </a:lnTo>
                  <a:lnTo>
                    <a:pt x="1056614" y="336296"/>
                  </a:lnTo>
                  <a:lnTo>
                    <a:pt x="1018806" y="360349"/>
                  </a:lnTo>
                  <a:lnTo>
                    <a:pt x="981519" y="385140"/>
                  </a:lnTo>
                  <a:lnTo>
                    <a:pt x="944765" y="410641"/>
                  </a:lnTo>
                  <a:lnTo>
                    <a:pt x="908545" y="436854"/>
                  </a:lnTo>
                  <a:lnTo>
                    <a:pt x="872883" y="463778"/>
                  </a:lnTo>
                  <a:lnTo>
                    <a:pt x="837768" y="491388"/>
                  </a:lnTo>
                  <a:lnTo>
                    <a:pt x="803236" y="519671"/>
                  </a:lnTo>
                  <a:lnTo>
                    <a:pt x="769277" y="548640"/>
                  </a:lnTo>
                  <a:lnTo>
                    <a:pt x="735901" y="578256"/>
                  </a:lnTo>
                  <a:lnTo>
                    <a:pt x="703135" y="608520"/>
                  </a:lnTo>
                  <a:lnTo>
                    <a:pt x="670979" y="639432"/>
                  </a:lnTo>
                  <a:lnTo>
                    <a:pt x="639432" y="670979"/>
                  </a:lnTo>
                  <a:lnTo>
                    <a:pt x="608520" y="703135"/>
                  </a:lnTo>
                  <a:lnTo>
                    <a:pt x="578256" y="735901"/>
                  </a:lnTo>
                  <a:lnTo>
                    <a:pt x="548640" y="769277"/>
                  </a:lnTo>
                  <a:lnTo>
                    <a:pt x="519684" y="803236"/>
                  </a:lnTo>
                  <a:lnTo>
                    <a:pt x="491388" y="837768"/>
                  </a:lnTo>
                  <a:lnTo>
                    <a:pt x="463778" y="872883"/>
                  </a:lnTo>
                  <a:lnTo>
                    <a:pt x="436867" y="908545"/>
                  </a:lnTo>
                  <a:lnTo>
                    <a:pt x="410641" y="944765"/>
                  </a:lnTo>
                  <a:lnTo>
                    <a:pt x="385140" y="981519"/>
                  </a:lnTo>
                  <a:lnTo>
                    <a:pt x="360362" y="1018806"/>
                  </a:lnTo>
                  <a:lnTo>
                    <a:pt x="336296" y="1056614"/>
                  </a:lnTo>
                  <a:lnTo>
                    <a:pt x="312991" y="1094930"/>
                  </a:lnTo>
                  <a:lnTo>
                    <a:pt x="290423" y="1133741"/>
                  </a:lnTo>
                  <a:lnTo>
                    <a:pt x="268630" y="1173048"/>
                  </a:lnTo>
                  <a:lnTo>
                    <a:pt x="247599" y="1212824"/>
                  </a:lnTo>
                  <a:lnTo>
                    <a:pt x="227342" y="1253070"/>
                  </a:lnTo>
                  <a:lnTo>
                    <a:pt x="207886" y="1293787"/>
                  </a:lnTo>
                  <a:lnTo>
                    <a:pt x="189242" y="1334947"/>
                  </a:lnTo>
                  <a:lnTo>
                    <a:pt x="171399" y="1376540"/>
                  </a:lnTo>
                  <a:lnTo>
                    <a:pt x="154368" y="1418564"/>
                  </a:lnTo>
                  <a:lnTo>
                    <a:pt x="138188" y="1461008"/>
                  </a:lnTo>
                  <a:lnTo>
                    <a:pt x="122834" y="1503857"/>
                  </a:lnTo>
                  <a:lnTo>
                    <a:pt x="108343" y="1547101"/>
                  </a:lnTo>
                  <a:lnTo>
                    <a:pt x="94703" y="1590738"/>
                  </a:lnTo>
                  <a:lnTo>
                    <a:pt x="81940" y="1634756"/>
                  </a:lnTo>
                  <a:lnTo>
                    <a:pt x="70065" y="1679130"/>
                  </a:lnTo>
                  <a:lnTo>
                    <a:pt x="59080" y="1723872"/>
                  </a:lnTo>
                  <a:lnTo>
                    <a:pt x="48996" y="1768957"/>
                  </a:lnTo>
                  <a:lnTo>
                    <a:pt x="39827" y="1814385"/>
                  </a:lnTo>
                  <a:lnTo>
                    <a:pt x="31572" y="1860130"/>
                  </a:lnTo>
                  <a:lnTo>
                    <a:pt x="24257" y="1906206"/>
                  </a:lnTo>
                  <a:lnTo>
                    <a:pt x="17881" y="1952586"/>
                  </a:lnTo>
                  <a:lnTo>
                    <a:pt x="12458" y="1999259"/>
                  </a:lnTo>
                  <a:lnTo>
                    <a:pt x="8001" y="2046224"/>
                  </a:lnTo>
                  <a:lnTo>
                    <a:pt x="4521" y="2093455"/>
                  </a:lnTo>
                  <a:lnTo>
                    <a:pt x="2019" y="2140966"/>
                  </a:lnTo>
                  <a:lnTo>
                    <a:pt x="508" y="2188730"/>
                  </a:lnTo>
                  <a:lnTo>
                    <a:pt x="0" y="2236736"/>
                  </a:lnTo>
                  <a:lnTo>
                    <a:pt x="508" y="2284742"/>
                  </a:lnTo>
                  <a:lnTo>
                    <a:pt x="2019" y="2332507"/>
                  </a:lnTo>
                  <a:lnTo>
                    <a:pt x="4521" y="2380005"/>
                  </a:lnTo>
                  <a:lnTo>
                    <a:pt x="8001" y="2427249"/>
                  </a:lnTo>
                  <a:lnTo>
                    <a:pt x="12458" y="2474214"/>
                  </a:lnTo>
                  <a:lnTo>
                    <a:pt x="17881" y="2520886"/>
                  </a:lnTo>
                  <a:lnTo>
                    <a:pt x="24257" y="2567267"/>
                  </a:lnTo>
                  <a:lnTo>
                    <a:pt x="31572" y="2613329"/>
                  </a:lnTo>
                  <a:lnTo>
                    <a:pt x="39827" y="2659088"/>
                  </a:lnTo>
                  <a:lnTo>
                    <a:pt x="48996" y="2704503"/>
                  </a:lnTo>
                  <a:lnTo>
                    <a:pt x="59080" y="2749600"/>
                  </a:lnTo>
                  <a:lnTo>
                    <a:pt x="70065" y="2794330"/>
                  </a:lnTo>
                  <a:lnTo>
                    <a:pt x="81940" y="2838716"/>
                  </a:lnTo>
                  <a:lnTo>
                    <a:pt x="94703" y="2882735"/>
                  </a:lnTo>
                  <a:lnTo>
                    <a:pt x="108343" y="2926372"/>
                  </a:lnTo>
                  <a:lnTo>
                    <a:pt x="122834" y="2969615"/>
                  </a:lnTo>
                  <a:lnTo>
                    <a:pt x="138188" y="3012465"/>
                  </a:lnTo>
                  <a:lnTo>
                    <a:pt x="154368" y="3054908"/>
                  </a:lnTo>
                  <a:lnTo>
                    <a:pt x="171399" y="3096933"/>
                  </a:lnTo>
                  <a:lnTo>
                    <a:pt x="189242" y="3138525"/>
                  </a:lnTo>
                  <a:lnTo>
                    <a:pt x="207886" y="3179686"/>
                  </a:lnTo>
                  <a:lnTo>
                    <a:pt x="227342" y="3220389"/>
                  </a:lnTo>
                  <a:lnTo>
                    <a:pt x="247599" y="3260636"/>
                  </a:lnTo>
                  <a:lnTo>
                    <a:pt x="268630" y="3300425"/>
                  </a:lnTo>
                  <a:lnTo>
                    <a:pt x="290423" y="3339719"/>
                  </a:lnTo>
                  <a:lnTo>
                    <a:pt x="312991" y="3378543"/>
                  </a:lnTo>
                  <a:lnTo>
                    <a:pt x="336296" y="3416858"/>
                  </a:lnTo>
                  <a:lnTo>
                    <a:pt x="360362" y="3454654"/>
                  </a:lnTo>
                  <a:lnTo>
                    <a:pt x="385140" y="3491941"/>
                  </a:lnTo>
                  <a:lnTo>
                    <a:pt x="410641" y="3528695"/>
                  </a:lnTo>
                  <a:lnTo>
                    <a:pt x="436867" y="3564915"/>
                  </a:lnTo>
                  <a:lnTo>
                    <a:pt x="463778" y="3600589"/>
                  </a:lnTo>
                  <a:lnTo>
                    <a:pt x="491388" y="3635692"/>
                  </a:lnTo>
                  <a:lnTo>
                    <a:pt x="519684" y="3670236"/>
                  </a:lnTo>
                  <a:lnTo>
                    <a:pt x="548640" y="3704196"/>
                  </a:lnTo>
                  <a:lnTo>
                    <a:pt x="578256" y="3737559"/>
                  </a:lnTo>
                  <a:lnTo>
                    <a:pt x="608520" y="3770338"/>
                  </a:lnTo>
                  <a:lnTo>
                    <a:pt x="639432" y="3802494"/>
                  </a:lnTo>
                  <a:lnTo>
                    <a:pt x="670979" y="3834041"/>
                  </a:lnTo>
                  <a:lnTo>
                    <a:pt x="703135" y="3864940"/>
                  </a:lnTo>
                  <a:lnTo>
                    <a:pt x="735901" y="3895217"/>
                  </a:lnTo>
                  <a:lnTo>
                    <a:pt x="769277" y="3924833"/>
                  </a:lnTo>
                  <a:lnTo>
                    <a:pt x="803236" y="3953789"/>
                  </a:lnTo>
                  <a:lnTo>
                    <a:pt x="837768" y="3982085"/>
                  </a:lnTo>
                  <a:lnTo>
                    <a:pt x="872883" y="4009694"/>
                  </a:lnTo>
                  <a:lnTo>
                    <a:pt x="908545" y="4036606"/>
                  </a:lnTo>
                  <a:lnTo>
                    <a:pt x="944765" y="4062819"/>
                  </a:lnTo>
                  <a:lnTo>
                    <a:pt x="981519" y="4088333"/>
                  </a:lnTo>
                  <a:lnTo>
                    <a:pt x="1018806" y="4113111"/>
                  </a:lnTo>
                  <a:lnTo>
                    <a:pt x="1056614" y="4137164"/>
                  </a:lnTo>
                  <a:lnTo>
                    <a:pt x="1094930" y="4160482"/>
                  </a:lnTo>
                  <a:lnTo>
                    <a:pt x="1133741" y="4183049"/>
                  </a:lnTo>
                  <a:lnTo>
                    <a:pt x="1173048" y="4204843"/>
                  </a:lnTo>
                  <a:lnTo>
                    <a:pt x="1212824" y="4225874"/>
                  </a:lnTo>
                  <a:lnTo>
                    <a:pt x="1253070" y="4246118"/>
                  </a:lnTo>
                  <a:lnTo>
                    <a:pt x="1293787" y="4265574"/>
                  </a:lnTo>
                  <a:lnTo>
                    <a:pt x="1334947" y="4284230"/>
                  </a:lnTo>
                  <a:lnTo>
                    <a:pt x="1376540" y="4302074"/>
                  </a:lnTo>
                  <a:lnTo>
                    <a:pt x="1418564" y="4319105"/>
                  </a:lnTo>
                  <a:lnTo>
                    <a:pt x="1461008" y="4335284"/>
                  </a:lnTo>
                  <a:lnTo>
                    <a:pt x="1503857" y="4350639"/>
                  </a:lnTo>
                  <a:lnTo>
                    <a:pt x="1547101" y="4365129"/>
                  </a:lnTo>
                  <a:lnTo>
                    <a:pt x="1590738" y="4378769"/>
                  </a:lnTo>
                  <a:lnTo>
                    <a:pt x="1634744" y="4391533"/>
                  </a:lnTo>
                  <a:lnTo>
                    <a:pt x="1679130" y="4403407"/>
                  </a:lnTo>
                  <a:lnTo>
                    <a:pt x="1723872" y="4414393"/>
                  </a:lnTo>
                  <a:lnTo>
                    <a:pt x="1768957" y="4424477"/>
                  </a:lnTo>
                  <a:lnTo>
                    <a:pt x="1814385" y="4433646"/>
                  </a:lnTo>
                  <a:lnTo>
                    <a:pt x="1860130" y="4441901"/>
                  </a:lnTo>
                  <a:lnTo>
                    <a:pt x="1906206" y="4449216"/>
                  </a:lnTo>
                  <a:lnTo>
                    <a:pt x="1952586" y="4455592"/>
                  </a:lnTo>
                  <a:lnTo>
                    <a:pt x="1999259" y="4461014"/>
                  </a:lnTo>
                  <a:lnTo>
                    <a:pt x="2046211" y="4465472"/>
                  </a:lnTo>
                  <a:lnTo>
                    <a:pt x="2093455" y="4468952"/>
                  </a:lnTo>
                  <a:lnTo>
                    <a:pt x="2140966" y="4471454"/>
                  </a:lnTo>
                  <a:lnTo>
                    <a:pt x="2188718" y="4472965"/>
                  </a:lnTo>
                  <a:lnTo>
                    <a:pt x="2236736" y="4473473"/>
                  </a:lnTo>
                  <a:lnTo>
                    <a:pt x="2284742" y="4472965"/>
                  </a:lnTo>
                  <a:lnTo>
                    <a:pt x="2332507" y="4471454"/>
                  </a:lnTo>
                  <a:lnTo>
                    <a:pt x="2380005" y="4468952"/>
                  </a:lnTo>
                  <a:lnTo>
                    <a:pt x="2427249" y="4465472"/>
                  </a:lnTo>
                  <a:lnTo>
                    <a:pt x="2474201" y="4461014"/>
                  </a:lnTo>
                  <a:lnTo>
                    <a:pt x="2520886" y="4455592"/>
                  </a:lnTo>
                  <a:lnTo>
                    <a:pt x="2567254" y="4449216"/>
                  </a:lnTo>
                  <a:lnTo>
                    <a:pt x="2613329" y="4441901"/>
                  </a:lnTo>
                  <a:lnTo>
                    <a:pt x="2659075" y="4433646"/>
                  </a:lnTo>
                  <a:lnTo>
                    <a:pt x="2704503" y="4424477"/>
                  </a:lnTo>
                  <a:lnTo>
                    <a:pt x="2749588" y="4414393"/>
                  </a:lnTo>
                  <a:lnTo>
                    <a:pt x="2794330" y="4403407"/>
                  </a:lnTo>
                  <a:lnTo>
                    <a:pt x="2838716" y="4391533"/>
                  </a:lnTo>
                  <a:lnTo>
                    <a:pt x="2882722" y="4378769"/>
                  </a:lnTo>
                  <a:lnTo>
                    <a:pt x="2926359" y="4365129"/>
                  </a:lnTo>
                  <a:lnTo>
                    <a:pt x="2969615" y="4350639"/>
                  </a:lnTo>
                  <a:lnTo>
                    <a:pt x="3012465" y="4335284"/>
                  </a:lnTo>
                  <a:lnTo>
                    <a:pt x="3054908" y="4319105"/>
                  </a:lnTo>
                  <a:lnTo>
                    <a:pt x="3096920" y="4302074"/>
                  </a:lnTo>
                  <a:lnTo>
                    <a:pt x="3138525" y="4284230"/>
                  </a:lnTo>
                  <a:lnTo>
                    <a:pt x="3179673" y="4265574"/>
                  </a:lnTo>
                  <a:lnTo>
                    <a:pt x="3220389" y="4246118"/>
                  </a:lnTo>
                  <a:lnTo>
                    <a:pt x="3260636" y="4225874"/>
                  </a:lnTo>
                  <a:lnTo>
                    <a:pt x="3300412" y="4204843"/>
                  </a:lnTo>
                  <a:lnTo>
                    <a:pt x="3339719" y="4183049"/>
                  </a:lnTo>
                  <a:lnTo>
                    <a:pt x="3378530" y="4160482"/>
                  </a:lnTo>
                  <a:lnTo>
                    <a:pt x="3416846" y="4137164"/>
                  </a:lnTo>
                  <a:lnTo>
                    <a:pt x="3454654" y="4113111"/>
                  </a:lnTo>
                  <a:lnTo>
                    <a:pt x="3491941" y="4088333"/>
                  </a:lnTo>
                  <a:lnTo>
                    <a:pt x="3528695" y="4062819"/>
                  </a:lnTo>
                  <a:lnTo>
                    <a:pt x="3564915" y="4036606"/>
                  </a:lnTo>
                  <a:lnTo>
                    <a:pt x="3600577" y="4009694"/>
                  </a:lnTo>
                  <a:lnTo>
                    <a:pt x="3635692" y="3982085"/>
                  </a:lnTo>
                  <a:lnTo>
                    <a:pt x="3670223" y="3953789"/>
                  </a:lnTo>
                  <a:lnTo>
                    <a:pt x="3704183" y="3924833"/>
                  </a:lnTo>
                  <a:lnTo>
                    <a:pt x="3737559" y="3895217"/>
                  </a:lnTo>
                  <a:lnTo>
                    <a:pt x="3770325" y="3864940"/>
                  </a:lnTo>
                  <a:lnTo>
                    <a:pt x="3802481" y="3834041"/>
                  </a:lnTo>
                  <a:lnTo>
                    <a:pt x="3834028" y="3802494"/>
                  </a:lnTo>
                  <a:lnTo>
                    <a:pt x="3864940" y="3770338"/>
                  </a:lnTo>
                  <a:lnTo>
                    <a:pt x="3895204" y="3737559"/>
                  </a:lnTo>
                  <a:lnTo>
                    <a:pt x="3924820" y="3704196"/>
                  </a:lnTo>
                  <a:lnTo>
                    <a:pt x="3953789" y="3670236"/>
                  </a:lnTo>
                  <a:lnTo>
                    <a:pt x="3982072" y="3635692"/>
                  </a:lnTo>
                  <a:lnTo>
                    <a:pt x="4009682" y="3600589"/>
                  </a:lnTo>
                  <a:lnTo>
                    <a:pt x="4036593" y="3564915"/>
                  </a:lnTo>
                  <a:lnTo>
                    <a:pt x="4062819" y="3528695"/>
                  </a:lnTo>
                  <a:lnTo>
                    <a:pt x="4088320" y="3491941"/>
                  </a:lnTo>
                  <a:lnTo>
                    <a:pt x="4113111" y="3454654"/>
                  </a:lnTo>
                  <a:lnTo>
                    <a:pt x="4137164" y="3416858"/>
                  </a:lnTo>
                  <a:lnTo>
                    <a:pt x="4160469" y="3378543"/>
                  </a:lnTo>
                  <a:lnTo>
                    <a:pt x="4183037" y="3339719"/>
                  </a:lnTo>
                  <a:lnTo>
                    <a:pt x="4204843" y="3300425"/>
                  </a:lnTo>
                  <a:lnTo>
                    <a:pt x="4225861" y="3260636"/>
                  </a:lnTo>
                  <a:lnTo>
                    <a:pt x="4246118" y="3220389"/>
                  </a:lnTo>
                  <a:lnTo>
                    <a:pt x="4265574" y="3179686"/>
                  </a:lnTo>
                  <a:lnTo>
                    <a:pt x="4284230" y="3138525"/>
                  </a:lnTo>
                  <a:lnTo>
                    <a:pt x="4302074" y="3096933"/>
                  </a:lnTo>
                  <a:lnTo>
                    <a:pt x="4319092" y="3054908"/>
                  </a:lnTo>
                  <a:lnTo>
                    <a:pt x="4335284" y="3012465"/>
                  </a:lnTo>
                  <a:lnTo>
                    <a:pt x="4350626" y="2969615"/>
                  </a:lnTo>
                  <a:lnTo>
                    <a:pt x="4365129" y="2926372"/>
                  </a:lnTo>
                  <a:lnTo>
                    <a:pt x="4378757" y="2882735"/>
                  </a:lnTo>
                  <a:lnTo>
                    <a:pt x="4391520" y="2838716"/>
                  </a:lnTo>
                  <a:lnTo>
                    <a:pt x="4403395" y="2794330"/>
                  </a:lnTo>
                  <a:lnTo>
                    <a:pt x="4414380" y="2749600"/>
                  </a:lnTo>
                  <a:lnTo>
                    <a:pt x="4424464" y="2704503"/>
                  </a:lnTo>
                  <a:lnTo>
                    <a:pt x="4433646" y="2659088"/>
                  </a:lnTo>
                  <a:lnTo>
                    <a:pt x="4441888" y="2613329"/>
                  </a:lnTo>
                  <a:lnTo>
                    <a:pt x="4449203" y="2567267"/>
                  </a:lnTo>
                  <a:lnTo>
                    <a:pt x="4455579" y="2520886"/>
                  </a:lnTo>
                  <a:lnTo>
                    <a:pt x="4461002" y="2474214"/>
                  </a:lnTo>
                  <a:lnTo>
                    <a:pt x="4465459" y="2427249"/>
                  </a:lnTo>
                  <a:lnTo>
                    <a:pt x="4468939" y="2380005"/>
                  </a:lnTo>
                  <a:lnTo>
                    <a:pt x="4471441" y="2332507"/>
                  </a:lnTo>
                  <a:lnTo>
                    <a:pt x="4472952" y="2284742"/>
                  </a:lnTo>
                  <a:lnTo>
                    <a:pt x="4473460" y="2236736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276" y="3658082"/>
              <a:ext cx="618746" cy="6187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3276" y="4441413"/>
              <a:ext cx="618746" cy="6156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276" y="5224747"/>
              <a:ext cx="618746" cy="61874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3500" y="1018486"/>
            <a:ext cx="3551989" cy="80484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11" name="object 11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23911" y="3633341"/>
            <a:ext cx="2398395" cy="6470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50" b="1" spc="-85" dirty="0">
                <a:solidFill>
                  <a:srgbClr val="666666"/>
                </a:solidFill>
                <a:latin typeface="Tahoma"/>
                <a:cs typeface="Tahoma"/>
              </a:rPr>
              <a:t>ISO</a:t>
            </a:r>
            <a:r>
              <a:rPr sz="1150" b="1" spc="2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150" b="1" spc="-55" dirty="0">
                <a:solidFill>
                  <a:srgbClr val="666666"/>
                </a:solidFill>
                <a:latin typeface="Tahoma"/>
                <a:cs typeface="Tahoma"/>
              </a:rPr>
              <a:t>14064-</a:t>
            </a:r>
            <a:r>
              <a:rPr sz="1150" b="1" spc="-50" dirty="0">
                <a:solidFill>
                  <a:srgbClr val="666666"/>
                </a:solidFill>
                <a:latin typeface="Tahoma"/>
                <a:cs typeface="Tahoma"/>
              </a:rPr>
              <a:t>1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18100"/>
              </a:lnSpc>
            </a:pP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Diseño</a:t>
            </a:r>
            <a:r>
              <a:rPr sz="115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5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desarrollo</a:t>
            </a:r>
            <a:r>
              <a:rPr sz="115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15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inventario</a:t>
            </a:r>
            <a:r>
              <a:rPr sz="1150" spc="5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5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gases</a:t>
            </a:r>
            <a:r>
              <a:rPr sz="115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5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efecto</a:t>
            </a:r>
            <a:r>
              <a:rPr sz="115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invernadero</a:t>
            </a:r>
            <a:r>
              <a:rPr sz="115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(GEI)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21806" y="5443337"/>
            <a:ext cx="212534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Declaración</a:t>
            </a:r>
            <a:r>
              <a:rPr sz="115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spc="-75" dirty="0">
                <a:solidFill>
                  <a:srgbClr val="666666"/>
                </a:solidFill>
                <a:latin typeface="Microsoft Sans Serif"/>
                <a:cs typeface="Microsoft Sans Serif"/>
              </a:rPr>
              <a:t>GEI</a:t>
            </a:r>
            <a:r>
              <a:rPr sz="11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verificación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23923" y="4534025"/>
            <a:ext cx="1995170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11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Documentación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e</a:t>
            </a:r>
            <a:r>
              <a:rPr sz="115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informes</a:t>
            </a:r>
            <a:r>
              <a:rPr sz="115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del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inventario</a:t>
            </a:r>
            <a:r>
              <a:rPr sz="115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5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GEI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0415" y="3751527"/>
            <a:ext cx="214629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b="1" spc="-50" dirty="0">
                <a:solidFill>
                  <a:srgbClr val="70A648"/>
                </a:solidFill>
                <a:latin typeface="Tahoma"/>
                <a:cs typeface="Tahoma"/>
              </a:rPr>
              <a:t>1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94272" y="4534236"/>
            <a:ext cx="214629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b="1" spc="-50" dirty="0">
                <a:solidFill>
                  <a:srgbClr val="497924"/>
                </a:solidFill>
                <a:latin typeface="Tahoma"/>
                <a:cs typeface="Tahoma"/>
              </a:rPr>
              <a:t>2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97736" y="5317649"/>
            <a:ext cx="214629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b="1" spc="-50" dirty="0">
                <a:solidFill>
                  <a:srgbClr val="426213"/>
                </a:solidFill>
                <a:latin typeface="Tahoma"/>
                <a:cs typeface="Tahoma"/>
              </a:rPr>
              <a:t>3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793115">
              <a:lnSpc>
                <a:spcPts val="2390"/>
              </a:lnSpc>
              <a:spcBef>
                <a:spcPts val="265"/>
              </a:spcBef>
            </a:pPr>
            <a:r>
              <a:rPr spc="-60" dirty="0"/>
              <a:t>Etapas </a:t>
            </a:r>
            <a:r>
              <a:rPr spc="-25" dirty="0"/>
              <a:t>de </a:t>
            </a:r>
            <a:r>
              <a:rPr spc="-70" dirty="0"/>
              <a:t>aplicación</a:t>
            </a:r>
            <a:r>
              <a:rPr spc="-80" dirty="0"/>
              <a:t> </a:t>
            </a:r>
            <a:r>
              <a:rPr spc="-40" dirty="0"/>
              <a:t>de</a:t>
            </a:r>
            <a:r>
              <a:rPr spc="-110" dirty="0"/>
              <a:t> </a:t>
            </a:r>
            <a:r>
              <a:rPr dirty="0"/>
              <a:t>la</a:t>
            </a:r>
            <a:r>
              <a:rPr spc="-95" dirty="0"/>
              <a:t> </a:t>
            </a:r>
            <a:r>
              <a:rPr spc="-70" dirty="0"/>
              <a:t>Norma</a:t>
            </a: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7698" y="2734537"/>
            <a:ext cx="877822" cy="877826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1725048" y="2735805"/>
            <a:ext cx="2451735" cy="295910"/>
          </a:xfrm>
          <a:custGeom>
            <a:avLst/>
            <a:gdLst/>
            <a:ahLst/>
            <a:cxnLst/>
            <a:rect l="l" t="t" r="r" b="b"/>
            <a:pathLst>
              <a:path w="2451735" h="295910">
                <a:moveTo>
                  <a:pt x="2451279" y="0"/>
                </a:moveTo>
                <a:lnTo>
                  <a:pt x="0" y="0"/>
                </a:lnTo>
                <a:lnTo>
                  <a:pt x="0" y="295610"/>
                </a:lnTo>
                <a:lnTo>
                  <a:pt x="2214392" y="295610"/>
                </a:lnTo>
                <a:lnTo>
                  <a:pt x="2261976" y="290775"/>
                </a:lnTo>
                <a:lnTo>
                  <a:pt x="2306368" y="276917"/>
                </a:lnTo>
                <a:lnTo>
                  <a:pt x="2346598" y="255009"/>
                </a:lnTo>
                <a:lnTo>
                  <a:pt x="2381691" y="226022"/>
                </a:lnTo>
                <a:lnTo>
                  <a:pt x="2410678" y="190928"/>
                </a:lnTo>
                <a:lnTo>
                  <a:pt x="2432586" y="150699"/>
                </a:lnTo>
                <a:lnTo>
                  <a:pt x="2446443" y="106306"/>
                </a:lnTo>
                <a:lnTo>
                  <a:pt x="2451279" y="58722"/>
                </a:lnTo>
                <a:lnTo>
                  <a:pt x="2451279" y="0"/>
                </a:lnTo>
                <a:close/>
              </a:path>
            </a:pathLst>
          </a:custGeom>
          <a:solidFill>
            <a:srgbClr val="70A6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798196" y="2762692"/>
            <a:ext cx="2118360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13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HUELLA</a:t>
            </a:r>
            <a:r>
              <a:rPr sz="13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13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ahoma"/>
                <a:cs typeface="Tahoma"/>
              </a:rPr>
              <a:t>CARBONO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3500" y="5401807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>
                <a:moveTo>
                  <a:pt x="0" y="0"/>
                </a:moveTo>
                <a:lnTo>
                  <a:pt x="462657" y="0"/>
                </a:lnTo>
              </a:path>
            </a:pathLst>
          </a:custGeom>
          <a:ln w="12701">
            <a:solidFill>
              <a:srgbClr val="70A6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764499" y="3228466"/>
            <a:ext cx="3530600" cy="6146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just">
              <a:lnSpc>
                <a:spcPts val="1480"/>
              </a:lnSpc>
              <a:spcBef>
                <a:spcPts val="315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Es</a:t>
            </a:r>
            <a:r>
              <a:rPr sz="14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un</a:t>
            </a:r>
            <a:r>
              <a:rPr sz="14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indicador</a:t>
            </a:r>
            <a:r>
              <a:rPr sz="14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ambiental</a:t>
            </a:r>
            <a:r>
              <a:rPr sz="14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400" spc="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sostenibilidad que</a:t>
            </a:r>
            <a:r>
              <a:rPr sz="14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mide</a:t>
            </a:r>
            <a:r>
              <a:rPr sz="14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4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influencia</a:t>
            </a:r>
            <a:r>
              <a:rPr sz="14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sobre</a:t>
            </a:r>
            <a:r>
              <a:rPr sz="14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4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cambio</a:t>
            </a:r>
            <a:r>
              <a:rPr sz="14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climá-tico.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8" name="object 28"/>
          <p:cNvSpPr txBox="1"/>
          <p:nvPr/>
        </p:nvSpPr>
        <p:spPr>
          <a:xfrm>
            <a:off x="580773" y="4465985"/>
            <a:ext cx="4714875" cy="42672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1480"/>
              </a:lnSpc>
              <a:spcBef>
                <a:spcPts val="315"/>
              </a:spcBef>
            </a:pPr>
            <a:r>
              <a:rPr sz="1400" b="1" spc="-55" dirty="0">
                <a:solidFill>
                  <a:srgbClr val="666666"/>
                </a:solidFill>
                <a:latin typeface="Tahoma"/>
                <a:cs typeface="Tahoma"/>
              </a:rPr>
              <a:t>La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666666"/>
                </a:solidFill>
                <a:latin typeface="Tahoma"/>
                <a:cs typeface="Tahoma"/>
              </a:rPr>
              <a:t>medición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666666"/>
                </a:solidFill>
                <a:latin typeface="Tahoma"/>
                <a:cs typeface="Tahoma"/>
              </a:rPr>
              <a:t>de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35" dirty="0">
                <a:solidFill>
                  <a:srgbClr val="666666"/>
                </a:solidFill>
                <a:latin typeface="Tahoma"/>
                <a:cs typeface="Tahoma"/>
              </a:rPr>
              <a:t>la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666666"/>
                </a:solidFill>
                <a:latin typeface="Tahoma"/>
                <a:cs typeface="Tahoma"/>
              </a:rPr>
              <a:t>huella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666666"/>
                </a:solidFill>
                <a:latin typeface="Tahoma"/>
                <a:cs typeface="Tahoma"/>
              </a:rPr>
              <a:t>es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666666"/>
                </a:solidFill>
                <a:latin typeface="Tahoma"/>
                <a:cs typeface="Tahoma"/>
              </a:rPr>
              <a:t>una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666666"/>
                </a:solidFill>
                <a:latin typeface="Tahoma"/>
                <a:cs typeface="Tahoma"/>
              </a:rPr>
              <a:t>de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666666"/>
                </a:solidFill>
                <a:latin typeface="Tahoma"/>
                <a:cs typeface="Tahoma"/>
              </a:rPr>
              <a:t>las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666666"/>
                </a:solidFill>
                <a:latin typeface="Tahoma"/>
                <a:cs typeface="Tahoma"/>
              </a:rPr>
              <a:t>bases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666666"/>
                </a:solidFill>
                <a:latin typeface="Tahoma"/>
                <a:cs typeface="Tahoma"/>
              </a:rPr>
              <a:t>para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666666"/>
                </a:solidFill>
                <a:latin typeface="Tahoma"/>
                <a:cs typeface="Tahoma"/>
              </a:rPr>
              <a:t>el</a:t>
            </a:r>
            <a:r>
              <a:rPr sz="1400" b="1" spc="-15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666666"/>
                </a:solidFill>
                <a:latin typeface="Tahoma"/>
                <a:cs typeface="Tahoma"/>
              </a:rPr>
              <a:t>cambio </a:t>
            </a:r>
            <a:r>
              <a:rPr sz="1400" b="1" spc="-80" dirty="0">
                <a:solidFill>
                  <a:srgbClr val="666666"/>
                </a:solidFill>
                <a:latin typeface="Tahoma"/>
                <a:cs typeface="Tahoma"/>
              </a:rPr>
              <a:t>hacia</a:t>
            </a:r>
            <a:r>
              <a:rPr sz="1400" b="1" spc="-160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666666"/>
                </a:solidFill>
                <a:latin typeface="Tahoma"/>
                <a:cs typeface="Tahoma"/>
              </a:rPr>
              <a:t>una</a:t>
            </a:r>
            <a:r>
              <a:rPr sz="1400" b="1" spc="-15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666666"/>
                </a:solidFill>
                <a:latin typeface="Tahoma"/>
                <a:cs typeface="Tahoma"/>
              </a:rPr>
              <a:t>empresa</a:t>
            </a:r>
            <a:r>
              <a:rPr sz="1400" b="1" spc="-15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666666"/>
                </a:solidFill>
                <a:latin typeface="Tahoma"/>
                <a:cs typeface="Tahoma"/>
              </a:rPr>
              <a:t>y</a:t>
            </a:r>
            <a:r>
              <a:rPr sz="1400" b="1" spc="-15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95" dirty="0">
                <a:solidFill>
                  <a:srgbClr val="666666"/>
                </a:solidFill>
                <a:latin typeface="Tahoma"/>
                <a:cs typeface="Tahoma"/>
              </a:rPr>
              <a:t>una</a:t>
            </a:r>
            <a:r>
              <a:rPr sz="1400" b="1" spc="-15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666666"/>
                </a:solidFill>
                <a:latin typeface="Tahoma"/>
                <a:cs typeface="Tahoma"/>
              </a:rPr>
              <a:t>sociedad</a:t>
            </a:r>
            <a:r>
              <a:rPr sz="1400" b="1" spc="-155" dirty="0">
                <a:solidFill>
                  <a:srgbClr val="666666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666666"/>
                </a:solidFill>
                <a:latin typeface="Tahoma"/>
                <a:cs typeface="Tahoma"/>
              </a:rPr>
              <a:t>sustentable.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0738" y="5594937"/>
            <a:ext cx="4714240" cy="61468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just">
              <a:lnSpc>
                <a:spcPts val="1480"/>
              </a:lnSpc>
              <a:spcBef>
                <a:spcPts val="315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Nos</a:t>
            </a:r>
            <a:r>
              <a:rPr sz="14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permite</a:t>
            </a:r>
            <a:r>
              <a:rPr sz="14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conocer</a:t>
            </a:r>
            <a:r>
              <a:rPr sz="14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cuánto</a:t>
            </a:r>
            <a:r>
              <a:rPr sz="14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dióxido</a:t>
            </a:r>
            <a:r>
              <a:rPr sz="14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4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carbono</a:t>
            </a:r>
            <a:r>
              <a:rPr sz="14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(CO₂)</a:t>
            </a:r>
            <a:r>
              <a:rPr sz="140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equi-</a:t>
            </a:r>
            <a:r>
              <a:rPr sz="14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valente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se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emite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esa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forma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tomar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medidas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400" spc="-1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mitigar-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lo.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9419" y="300006"/>
            <a:ext cx="18434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4.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9133" y="3755616"/>
            <a:ext cx="292607" cy="2926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17797" y="5102830"/>
            <a:ext cx="335280" cy="2560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3037" y="6361654"/>
            <a:ext cx="304800" cy="3200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8947" y="3740375"/>
            <a:ext cx="307847" cy="32308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53707" y="5102830"/>
            <a:ext cx="338327" cy="2560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68947" y="6361654"/>
            <a:ext cx="307847" cy="3200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49178" y="5700237"/>
            <a:ext cx="304799" cy="32003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779564" y="4661318"/>
            <a:ext cx="329565" cy="99695"/>
          </a:xfrm>
          <a:custGeom>
            <a:avLst/>
            <a:gdLst/>
            <a:ahLst/>
            <a:cxnLst/>
            <a:rect l="l" t="t" r="r" b="b"/>
            <a:pathLst>
              <a:path w="329564" h="99695">
                <a:moveTo>
                  <a:pt x="90533" y="0"/>
                </a:moveTo>
                <a:lnTo>
                  <a:pt x="0" y="49799"/>
                </a:lnTo>
                <a:lnTo>
                  <a:pt x="90533" y="99598"/>
                </a:lnTo>
                <a:lnTo>
                  <a:pt x="90533" y="59325"/>
                </a:lnTo>
                <a:lnTo>
                  <a:pt x="82680" y="59325"/>
                </a:lnTo>
                <a:lnTo>
                  <a:pt x="82680" y="40274"/>
                </a:lnTo>
                <a:lnTo>
                  <a:pt x="90533" y="40274"/>
                </a:lnTo>
                <a:lnTo>
                  <a:pt x="90533" y="0"/>
                </a:lnTo>
                <a:close/>
              </a:path>
              <a:path w="329564" h="99695">
                <a:moveTo>
                  <a:pt x="90533" y="40274"/>
                </a:moveTo>
                <a:lnTo>
                  <a:pt x="82680" y="40274"/>
                </a:lnTo>
                <a:lnTo>
                  <a:pt x="82680" y="59325"/>
                </a:lnTo>
                <a:lnTo>
                  <a:pt x="90533" y="59325"/>
                </a:lnTo>
                <a:lnTo>
                  <a:pt x="90533" y="40274"/>
                </a:lnTo>
                <a:close/>
              </a:path>
              <a:path w="329564" h="99695">
                <a:moveTo>
                  <a:pt x="329468" y="40274"/>
                </a:moveTo>
                <a:lnTo>
                  <a:pt x="90533" y="40274"/>
                </a:lnTo>
                <a:lnTo>
                  <a:pt x="90533" y="59325"/>
                </a:lnTo>
                <a:lnTo>
                  <a:pt x="329468" y="59325"/>
                </a:lnTo>
                <a:lnTo>
                  <a:pt x="329468" y="40274"/>
                </a:lnTo>
                <a:close/>
              </a:path>
            </a:pathLst>
          </a:custGeom>
          <a:solidFill>
            <a:srgbClr val="426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96749" y="4661318"/>
            <a:ext cx="329565" cy="99695"/>
          </a:xfrm>
          <a:custGeom>
            <a:avLst/>
            <a:gdLst/>
            <a:ahLst/>
            <a:cxnLst/>
            <a:rect l="l" t="t" r="r" b="b"/>
            <a:pathLst>
              <a:path w="329564" h="99695">
                <a:moveTo>
                  <a:pt x="238935" y="0"/>
                </a:moveTo>
                <a:lnTo>
                  <a:pt x="238935" y="99598"/>
                </a:lnTo>
                <a:lnTo>
                  <a:pt x="312150" y="59325"/>
                </a:lnTo>
                <a:lnTo>
                  <a:pt x="246787" y="59325"/>
                </a:lnTo>
                <a:lnTo>
                  <a:pt x="246787" y="40274"/>
                </a:lnTo>
                <a:lnTo>
                  <a:pt x="312152" y="40274"/>
                </a:lnTo>
                <a:lnTo>
                  <a:pt x="238935" y="0"/>
                </a:lnTo>
                <a:close/>
              </a:path>
              <a:path w="329564" h="99695">
                <a:moveTo>
                  <a:pt x="238935" y="40274"/>
                </a:moveTo>
                <a:lnTo>
                  <a:pt x="0" y="40274"/>
                </a:lnTo>
                <a:lnTo>
                  <a:pt x="0" y="59325"/>
                </a:lnTo>
                <a:lnTo>
                  <a:pt x="238935" y="59325"/>
                </a:lnTo>
                <a:lnTo>
                  <a:pt x="238935" y="40274"/>
                </a:lnTo>
                <a:close/>
              </a:path>
              <a:path w="329564" h="99695">
                <a:moveTo>
                  <a:pt x="312152" y="40274"/>
                </a:moveTo>
                <a:lnTo>
                  <a:pt x="246787" y="40274"/>
                </a:lnTo>
                <a:lnTo>
                  <a:pt x="246787" y="59325"/>
                </a:lnTo>
                <a:lnTo>
                  <a:pt x="312150" y="59325"/>
                </a:lnTo>
                <a:lnTo>
                  <a:pt x="329468" y="49799"/>
                </a:lnTo>
                <a:lnTo>
                  <a:pt x="312152" y="40274"/>
                </a:lnTo>
                <a:close/>
              </a:path>
            </a:pathLst>
          </a:custGeom>
          <a:solidFill>
            <a:srgbClr val="426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90905" y="4099117"/>
            <a:ext cx="1224280" cy="1376680"/>
          </a:xfrm>
          <a:custGeom>
            <a:avLst/>
            <a:gdLst/>
            <a:ahLst/>
            <a:cxnLst/>
            <a:rect l="l" t="t" r="r" b="b"/>
            <a:pathLst>
              <a:path w="1224279" h="1376679">
                <a:moveTo>
                  <a:pt x="612000" y="0"/>
                </a:moveTo>
                <a:lnTo>
                  <a:pt x="564173" y="1841"/>
                </a:lnTo>
                <a:lnTo>
                  <a:pt x="517352" y="7274"/>
                </a:lnTo>
                <a:lnTo>
                  <a:pt x="471674" y="16163"/>
                </a:lnTo>
                <a:lnTo>
                  <a:pt x="427275" y="28372"/>
                </a:lnTo>
                <a:lnTo>
                  <a:pt x="384291" y="43764"/>
                </a:lnTo>
                <a:lnTo>
                  <a:pt x="342858" y="62204"/>
                </a:lnTo>
                <a:lnTo>
                  <a:pt x="303112" y="83556"/>
                </a:lnTo>
                <a:lnTo>
                  <a:pt x="265189" y="107683"/>
                </a:lnTo>
                <a:lnTo>
                  <a:pt x="229226" y="134450"/>
                </a:lnTo>
                <a:lnTo>
                  <a:pt x="195357" y="163720"/>
                </a:lnTo>
                <a:lnTo>
                  <a:pt x="163720" y="195357"/>
                </a:lnTo>
                <a:lnTo>
                  <a:pt x="134450" y="229226"/>
                </a:lnTo>
                <a:lnTo>
                  <a:pt x="107683" y="265189"/>
                </a:lnTo>
                <a:lnTo>
                  <a:pt x="83556" y="303112"/>
                </a:lnTo>
                <a:lnTo>
                  <a:pt x="62204" y="342858"/>
                </a:lnTo>
                <a:lnTo>
                  <a:pt x="43764" y="384291"/>
                </a:lnTo>
                <a:lnTo>
                  <a:pt x="28372" y="427275"/>
                </a:lnTo>
                <a:lnTo>
                  <a:pt x="16163" y="471674"/>
                </a:lnTo>
                <a:lnTo>
                  <a:pt x="7274" y="517352"/>
                </a:lnTo>
                <a:lnTo>
                  <a:pt x="1841" y="564173"/>
                </a:lnTo>
                <a:lnTo>
                  <a:pt x="0" y="612000"/>
                </a:lnTo>
                <a:lnTo>
                  <a:pt x="1852" y="659971"/>
                </a:lnTo>
                <a:lnTo>
                  <a:pt x="7318" y="706928"/>
                </a:lnTo>
                <a:lnTo>
                  <a:pt x="16260" y="752734"/>
                </a:lnTo>
                <a:lnTo>
                  <a:pt x="28540" y="797253"/>
                </a:lnTo>
                <a:lnTo>
                  <a:pt x="44022" y="840346"/>
                </a:lnTo>
                <a:lnTo>
                  <a:pt x="62569" y="881877"/>
                </a:lnTo>
                <a:lnTo>
                  <a:pt x="84042" y="921707"/>
                </a:lnTo>
                <a:lnTo>
                  <a:pt x="108304" y="959701"/>
                </a:lnTo>
                <a:lnTo>
                  <a:pt x="135219" y="995720"/>
                </a:lnTo>
                <a:lnTo>
                  <a:pt x="164648" y="1029628"/>
                </a:lnTo>
                <a:lnTo>
                  <a:pt x="196455" y="1061287"/>
                </a:lnTo>
                <a:lnTo>
                  <a:pt x="230503" y="1090559"/>
                </a:lnTo>
                <a:lnTo>
                  <a:pt x="266653" y="1117308"/>
                </a:lnTo>
                <a:lnTo>
                  <a:pt x="304769" y="1141396"/>
                </a:lnTo>
                <a:lnTo>
                  <a:pt x="344713" y="1162686"/>
                </a:lnTo>
                <a:lnTo>
                  <a:pt x="386348" y="1181041"/>
                </a:lnTo>
                <a:lnTo>
                  <a:pt x="429537" y="1196323"/>
                </a:lnTo>
                <a:lnTo>
                  <a:pt x="474142" y="1208395"/>
                </a:lnTo>
                <a:lnTo>
                  <a:pt x="520026" y="1217121"/>
                </a:lnTo>
                <a:lnTo>
                  <a:pt x="612000" y="1376420"/>
                </a:lnTo>
                <a:lnTo>
                  <a:pt x="703972" y="1217121"/>
                </a:lnTo>
                <a:lnTo>
                  <a:pt x="749856" y="1208395"/>
                </a:lnTo>
                <a:lnTo>
                  <a:pt x="794462" y="1196323"/>
                </a:lnTo>
                <a:lnTo>
                  <a:pt x="837650" y="1181041"/>
                </a:lnTo>
                <a:lnTo>
                  <a:pt x="879286" y="1162686"/>
                </a:lnTo>
                <a:lnTo>
                  <a:pt x="919230" y="1141396"/>
                </a:lnTo>
                <a:lnTo>
                  <a:pt x="957345" y="1117308"/>
                </a:lnTo>
                <a:lnTo>
                  <a:pt x="993495" y="1090559"/>
                </a:lnTo>
                <a:lnTo>
                  <a:pt x="1027543" y="1061287"/>
                </a:lnTo>
                <a:lnTo>
                  <a:pt x="1059349" y="1029628"/>
                </a:lnTo>
                <a:lnTo>
                  <a:pt x="1088779" y="995720"/>
                </a:lnTo>
                <a:lnTo>
                  <a:pt x="1115693" y="959701"/>
                </a:lnTo>
                <a:lnTo>
                  <a:pt x="1139955" y="921707"/>
                </a:lnTo>
                <a:lnTo>
                  <a:pt x="1161428" y="881877"/>
                </a:lnTo>
                <a:lnTo>
                  <a:pt x="1179974" y="840346"/>
                </a:lnTo>
                <a:lnTo>
                  <a:pt x="1195456" y="797253"/>
                </a:lnTo>
                <a:lnTo>
                  <a:pt x="1207736" y="752734"/>
                </a:lnTo>
                <a:lnTo>
                  <a:pt x="1216678" y="706928"/>
                </a:lnTo>
                <a:lnTo>
                  <a:pt x="1222144" y="659971"/>
                </a:lnTo>
                <a:lnTo>
                  <a:pt x="1223996" y="612000"/>
                </a:lnTo>
                <a:lnTo>
                  <a:pt x="1222155" y="564173"/>
                </a:lnTo>
                <a:lnTo>
                  <a:pt x="1216722" y="517352"/>
                </a:lnTo>
                <a:lnTo>
                  <a:pt x="1207833" y="471674"/>
                </a:lnTo>
                <a:lnTo>
                  <a:pt x="1195624" y="427275"/>
                </a:lnTo>
                <a:lnTo>
                  <a:pt x="1180232" y="384291"/>
                </a:lnTo>
                <a:lnTo>
                  <a:pt x="1161792" y="342858"/>
                </a:lnTo>
                <a:lnTo>
                  <a:pt x="1140440" y="303112"/>
                </a:lnTo>
                <a:lnTo>
                  <a:pt x="1116313" y="265189"/>
                </a:lnTo>
                <a:lnTo>
                  <a:pt x="1089546" y="229226"/>
                </a:lnTo>
                <a:lnTo>
                  <a:pt x="1060277" y="195357"/>
                </a:lnTo>
                <a:lnTo>
                  <a:pt x="1028639" y="163720"/>
                </a:lnTo>
                <a:lnTo>
                  <a:pt x="994771" y="134450"/>
                </a:lnTo>
                <a:lnTo>
                  <a:pt x="958807" y="107683"/>
                </a:lnTo>
                <a:lnTo>
                  <a:pt x="920885" y="83556"/>
                </a:lnTo>
                <a:lnTo>
                  <a:pt x="881139" y="62204"/>
                </a:lnTo>
                <a:lnTo>
                  <a:pt x="839706" y="43764"/>
                </a:lnTo>
                <a:lnTo>
                  <a:pt x="796722" y="28372"/>
                </a:lnTo>
                <a:lnTo>
                  <a:pt x="752324" y="16163"/>
                </a:lnTo>
                <a:lnTo>
                  <a:pt x="706647" y="7274"/>
                </a:lnTo>
                <a:lnTo>
                  <a:pt x="659826" y="1841"/>
                </a:lnTo>
                <a:lnTo>
                  <a:pt x="612000" y="0"/>
                </a:lnTo>
                <a:close/>
              </a:path>
            </a:pathLst>
          </a:custGeom>
          <a:solidFill>
            <a:srgbClr val="426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01503" y="4374193"/>
            <a:ext cx="794385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250">
              <a:lnSpc>
                <a:spcPct val="1191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Tahoma"/>
                <a:cs typeface="Tahoma"/>
              </a:rPr>
              <a:t>ISO </a:t>
            </a:r>
            <a:r>
              <a:rPr sz="1500" b="1" spc="-45" dirty="0">
                <a:solidFill>
                  <a:srgbClr val="FFFFFF"/>
                </a:solidFill>
                <a:latin typeface="Tahoma"/>
                <a:cs typeface="Tahoma"/>
              </a:rPr>
              <a:t>14064-</a:t>
            </a:r>
            <a:r>
              <a:rPr sz="1500" b="1" spc="-65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593028" y="2371280"/>
            <a:ext cx="814069" cy="603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800" b="0" spc="-100" dirty="0">
                <a:solidFill>
                  <a:srgbClr val="808080"/>
                </a:solidFill>
                <a:latin typeface="Microsoft Sans Serif"/>
                <a:cs typeface="Microsoft Sans Serif"/>
              </a:rPr>
              <a:t>ISO</a:t>
            </a:r>
            <a:endParaRPr sz="3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3502" y="2805701"/>
            <a:ext cx="1330325" cy="547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00" b="1" spc="-105" dirty="0">
                <a:solidFill>
                  <a:srgbClr val="70A648"/>
                </a:solidFill>
                <a:latin typeface="Tahoma"/>
                <a:cs typeface="Tahoma"/>
              </a:rPr>
              <a:t>14064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10843" y="2272776"/>
            <a:ext cx="1224280" cy="1369695"/>
          </a:xfrm>
          <a:custGeom>
            <a:avLst/>
            <a:gdLst/>
            <a:ahLst/>
            <a:cxnLst/>
            <a:rect l="l" t="t" r="r" b="b"/>
            <a:pathLst>
              <a:path w="1224280" h="1369695">
                <a:moveTo>
                  <a:pt x="612000" y="0"/>
                </a:moveTo>
                <a:lnTo>
                  <a:pt x="564173" y="1841"/>
                </a:lnTo>
                <a:lnTo>
                  <a:pt x="517352" y="7274"/>
                </a:lnTo>
                <a:lnTo>
                  <a:pt x="471674" y="16163"/>
                </a:lnTo>
                <a:lnTo>
                  <a:pt x="427275" y="28372"/>
                </a:lnTo>
                <a:lnTo>
                  <a:pt x="384291" y="43765"/>
                </a:lnTo>
                <a:lnTo>
                  <a:pt x="342858" y="62205"/>
                </a:lnTo>
                <a:lnTo>
                  <a:pt x="303112" y="83557"/>
                </a:lnTo>
                <a:lnTo>
                  <a:pt x="265189" y="107684"/>
                </a:lnTo>
                <a:lnTo>
                  <a:pt x="229226" y="134451"/>
                </a:lnTo>
                <a:lnTo>
                  <a:pt x="195357" y="163721"/>
                </a:lnTo>
                <a:lnTo>
                  <a:pt x="163720" y="195359"/>
                </a:lnTo>
                <a:lnTo>
                  <a:pt x="134450" y="229228"/>
                </a:lnTo>
                <a:lnTo>
                  <a:pt x="107683" y="265192"/>
                </a:lnTo>
                <a:lnTo>
                  <a:pt x="83556" y="303115"/>
                </a:lnTo>
                <a:lnTo>
                  <a:pt x="62204" y="342861"/>
                </a:lnTo>
                <a:lnTo>
                  <a:pt x="43764" y="384295"/>
                </a:lnTo>
                <a:lnTo>
                  <a:pt x="28372" y="427279"/>
                </a:lnTo>
                <a:lnTo>
                  <a:pt x="16163" y="471678"/>
                </a:lnTo>
                <a:lnTo>
                  <a:pt x="7274" y="517356"/>
                </a:lnTo>
                <a:lnTo>
                  <a:pt x="1841" y="564176"/>
                </a:lnTo>
                <a:lnTo>
                  <a:pt x="0" y="612004"/>
                </a:lnTo>
                <a:lnTo>
                  <a:pt x="1870" y="660203"/>
                </a:lnTo>
                <a:lnTo>
                  <a:pt x="7388" y="707377"/>
                </a:lnTo>
                <a:lnTo>
                  <a:pt x="16414" y="753389"/>
                </a:lnTo>
                <a:lnTo>
                  <a:pt x="28810" y="798097"/>
                </a:lnTo>
                <a:lnTo>
                  <a:pt x="44435" y="841364"/>
                </a:lnTo>
                <a:lnTo>
                  <a:pt x="63151" y="883049"/>
                </a:lnTo>
                <a:lnTo>
                  <a:pt x="84818" y="923014"/>
                </a:lnTo>
                <a:lnTo>
                  <a:pt x="109296" y="961119"/>
                </a:lnTo>
                <a:lnTo>
                  <a:pt x="136447" y="997226"/>
                </a:lnTo>
                <a:lnTo>
                  <a:pt x="166132" y="1031194"/>
                </a:lnTo>
                <a:lnTo>
                  <a:pt x="198210" y="1062885"/>
                </a:lnTo>
                <a:lnTo>
                  <a:pt x="232542" y="1092159"/>
                </a:lnTo>
                <a:lnTo>
                  <a:pt x="268990" y="1118878"/>
                </a:lnTo>
                <a:lnTo>
                  <a:pt x="307413" y="1142902"/>
                </a:lnTo>
                <a:lnTo>
                  <a:pt x="347673" y="1164091"/>
                </a:lnTo>
                <a:lnTo>
                  <a:pt x="389631" y="1182307"/>
                </a:lnTo>
                <a:lnTo>
                  <a:pt x="433146" y="1197410"/>
                </a:lnTo>
                <a:lnTo>
                  <a:pt x="478079" y="1209261"/>
                </a:lnTo>
                <a:lnTo>
                  <a:pt x="524292" y="1217721"/>
                </a:lnTo>
                <a:lnTo>
                  <a:pt x="612000" y="1369631"/>
                </a:lnTo>
                <a:lnTo>
                  <a:pt x="699706" y="1217721"/>
                </a:lnTo>
                <a:lnTo>
                  <a:pt x="745919" y="1209261"/>
                </a:lnTo>
                <a:lnTo>
                  <a:pt x="790854" y="1197410"/>
                </a:lnTo>
                <a:lnTo>
                  <a:pt x="834369" y="1182307"/>
                </a:lnTo>
                <a:lnTo>
                  <a:pt x="876327" y="1164091"/>
                </a:lnTo>
                <a:lnTo>
                  <a:pt x="916587" y="1142902"/>
                </a:lnTo>
                <a:lnTo>
                  <a:pt x="955011" y="1118878"/>
                </a:lnTo>
                <a:lnTo>
                  <a:pt x="991459" y="1092159"/>
                </a:lnTo>
                <a:lnTo>
                  <a:pt x="1025792" y="1062885"/>
                </a:lnTo>
                <a:lnTo>
                  <a:pt x="1057871" y="1031194"/>
                </a:lnTo>
                <a:lnTo>
                  <a:pt x="1087555" y="997226"/>
                </a:lnTo>
                <a:lnTo>
                  <a:pt x="1114706" y="961119"/>
                </a:lnTo>
                <a:lnTo>
                  <a:pt x="1139185" y="923014"/>
                </a:lnTo>
                <a:lnTo>
                  <a:pt x="1160852" y="883049"/>
                </a:lnTo>
                <a:lnTo>
                  <a:pt x="1179568" y="841364"/>
                </a:lnTo>
                <a:lnTo>
                  <a:pt x="1195193" y="798097"/>
                </a:lnTo>
                <a:lnTo>
                  <a:pt x="1207589" y="753389"/>
                </a:lnTo>
                <a:lnTo>
                  <a:pt x="1216616" y="707377"/>
                </a:lnTo>
                <a:lnTo>
                  <a:pt x="1222134" y="660203"/>
                </a:lnTo>
                <a:lnTo>
                  <a:pt x="1224004" y="612004"/>
                </a:lnTo>
                <a:lnTo>
                  <a:pt x="1222163" y="564176"/>
                </a:lnTo>
                <a:lnTo>
                  <a:pt x="1216729" y="517356"/>
                </a:lnTo>
                <a:lnTo>
                  <a:pt x="1207840" y="471678"/>
                </a:lnTo>
                <a:lnTo>
                  <a:pt x="1195632" y="427279"/>
                </a:lnTo>
                <a:lnTo>
                  <a:pt x="1180239" y="384295"/>
                </a:lnTo>
                <a:lnTo>
                  <a:pt x="1161799" y="342861"/>
                </a:lnTo>
                <a:lnTo>
                  <a:pt x="1140447" y="303115"/>
                </a:lnTo>
                <a:lnTo>
                  <a:pt x="1116320" y="265192"/>
                </a:lnTo>
                <a:lnTo>
                  <a:pt x="1089553" y="229228"/>
                </a:lnTo>
                <a:lnTo>
                  <a:pt x="1060283" y="195359"/>
                </a:lnTo>
                <a:lnTo>
                  <a:pt x="1028646" y="163721"/>
                </a:lnTo>
                <a:lnTo>
                  <a:pt x="994777" y="134451"/>
                </a:lnTo>
                <a:lnTo>
                  <a:pt x="958813" y="107684"/>
                </a:lnTo>
                <a:lnTo>
                  <a:pt x="920890" y="83557"/>
                </a:lnTo>
                <a:lnTo>
                  <a:pt x="881144" y="62205"/>
                </a:lnTo>
                <a:lnTo>
                  <a:pt x="839710" y="43765"/>
                </a:lnTo>
                <a:lnTo>
                  <a:pt x="796726" y="28372"/>
                </a:lnTo>
                <a:lnTo>
                  <a:pt x="752327" y="16163"/>
                </a:lnTo>
                <a:lnTo>
                  <a:pt x="706649" y="7274"/>
                </a:lnTo>
                <a:lnTo>
                  <a:pt x="659828" y="1841"/>
                </a:lnTo>
                <a:lnTo>
                  <a:pt x="612000" y="0"/>
                </a:lnTo>
                <a:close/>
              </a:path>
            </a:pathLst>
          </a:custGeom>
          <a:solidFill>
            <a:srgbClr val="70A6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22499" y="2576129"/>
            <a:ext cx="794385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250">
              <a:lnSpc>
                <a:spcPct val="1191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Tahoma"/>
                <a:cs typeface="Tahoma"/>
              </a:rPr>
              <a:t>ISO </a:t>
            </a:r>
            <a:r>
              <a:rPr sz="1500" b="1" spc="-45" dirty="0">
                <a:solidFill>
                  <a:srgbClr val="FFFFFF"/>
                </a:solidFill>
                <a:latin typeface="Tahoma"/>
                <a:cs typeface="Tahoma"/>
              </a:rPr>
              <a:t>14064-</a:t>
            </a:r>
            <a:r>
              <a:rPr sz="1500" b="1" spc="-6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52061" y="2272780"/>
            <a:ext cx="1224280" cy="1369695"/>
          </a:xfrm>
          <a:custGeom>
            <a:avLst/>
            <a:gdLst/>
            <a:ahLst/>
            <a:cxnLst/>
            <a:rect l="l" t="t" r="r" b="b"/>
            <a:pathLst>
              <a:path w="1224279" h="1369695">
                <a:moveTo>
                  <a:pt x="611996" y="0"/>
                </a:moveTo>
                <a:lnTo>
                  <a:pt x="564169" y="1841"/>
                </a:lnTo>
                <a:lnTo>
                  <a:pt x="517348" y="7274"/>
                </a:lnTo>
                <a:lnTo>
                  <a:pt x="471671" y="16163"/>
                </a:lnTo>
                <a:lnTo>
                  <a:pt x="427272" y="28372"/>
                </a:lnTo>
                <a:lnTo>
                  <a:pt x="384288" y="43764"/>
                </a:lnTo>
                <a:lnTo>
                  <a:pt x="342855" y="62204"/>
                </a:lnTo>
                <a:lnTo>
                  <a:pt x="303110" y="83556"/>
                </a:lnTo>
                <a:lnTo>
                  <a:pt x="265187" y="107683"/>
                </a:lnTo>
                <a:lnTo>
                  <a:pt x="229223" y="134450"/>
                </a:lnTo>
                <a:lnTo>
                  <a:pt x="195355" y="163720"/>
                </a:lnTo>
                <a:lnTo>
                  <a:pt x="163718" y="195357"/>
                </a:lnTo>
                <a:lnTo>
                  <a:pt x="134448" y="229226"/>
                </a:lnTo>
                <a:lnTo>
                  <a:pt x="107682" y="265189"/>
                </a:lnTo>
                <a:lnTo>
                  <a:pt x="83555" y="303112"/>
                </a:lnTo>
                <a:lnTo>
                  <a:pt x="62203" y="342858"/>
                </a:lnTo>
                <a:lnTo>
                  <a:pt x="43764" y="384291"/>
                </a:lnTo>
                <a:lnTo>
                  <a:pt x="28371" y="427275"/>
                </a:lnTo>
                <a:lnTo>
                  <a:pt x="16163" y="471674"/>
                </a:lnTo>
                <a:lnTo>
                  <a:pt x="7274" y="517352"/>
                </a:lnTo>
                <a:lnTo>
                  <a:pt x="1841" y="564173"/>
                </a:lnTo>
                <a:lnTo>
                  <a:pt x="0" y="612000"/>
                </a:lnTo>
                <a:lnTo>
                  <a:pt x="1870" y="660199"/>
                </a:lnTo>
                <a:lnTo>
                  <a:pt x="7388" y="707375"/>
                </a:lnTo>
                <a:lnTo>
                  <a:pt x="16414" y="753386"/>
                </a:lnTo>
                <a:lnTo>
                  <a:pt x="28809" y="798095"/>
                </a:lnTo>
                <a:lnTo>
                  <a:pt x="44435" y="841361"/>
                </a:lnTo>
                <a:lnTo>
                  <a:pt x="63150" y="883047"/>
                </a:lnTo>
                <a:lnTo>
                  <a:pt x="84817" y="923012"/>
                </a:lnTo>
                <a:lnTo>
                  <a:pt x="109295" y="961117"/>
                </a:lnTo>
                <a:lnTo>
                  <a:pt x="136446" y="997223"/>
                </a:lnTo>
                <a:lnTo>
                  <a:pt x="166130" y="1031192"/>
                </a:lnTo>
                <a:lnTo>
                  <a:pt x="198208" y="1062882"/>
                </a:lnTo>
                <a:lnTo>
                  <a:pt x="232540" y="1092157"/>
                </a:lnTo>
                <a:lnTo>
                  <a:pt x="268988" y="1118875"/>
                </a:lnTo>
                <a:lnTo>
                  <a:pt x="307412" y="1142898"/>
                </a:lnTo>
                <a:lnTo>
                  <a:pt x="347672" y="1164088"/>
                </a:lnTo>
                <a:lnTo>
                  <a:pt x="389629" y="1182303"/>
                </a:lnTo>
                <a:lnTo>
                  <a:pt x="433145" y="1197406"/>
                </a:lnTo>
                <a:lnTo>
                  <a:pt x="478079" y="1209257"/>
                </a:lnTo>
                <a:lnTo>
                  <a:pt x="524292" y="1217717"/>
                </a:lnTo>
                <a:lnTo>
                  <a:pt x="612000" y="1369627"/>
                </a:lnTo>
                <a:lnTo>
                  <a:pt x="699706" y="1217715"/>
                </a:lnTo>
                <a:lnTo>
                  <a:pt x="745919" y="1209254"/>
                </a:lnTo>
                <a:lnTo>
                  <a:pt x="790852" y="1197402"/>
                </a:lnTo>
                <a:lnTo>
                  <a:pt x="834367" y="1182299"/>
                </a:lnTo>
                <a:lnTo>
                  <a:pt x="876325" y="1164083"/>
                </a:lnTo>
                <a:lnTo>
                  <a:pt x="916585" y="1142894"/>
                </a:lnTo>
                <a:lnTo>
                  <a:pt x="955008" y="1118870"/>
                </a:lnTo>
                <a:lnTo>
                  <a:pt x="991455" y="1092152"/>
                </a:lnTo>
                <a:lnTo>
                  <a:pt x="1025788" y="1062877"/>
                </a:lnTo>
                <a:lnTo>
                  <a:pt x="1057866" y="1031187"/>
                </a:lnTo>
                <a:lnTo>
                  <a:pt x="1087550" y="997219"/>
                </a:lnTo>
                <a:lnTo>
                  <a:pt x="1114700" y="961113"/>
                </a:lnTo>
                <a:lnTo>
                  <a:pt x="1139179" y="923008"/>
                </a:lnTo>
                <a:lnTo>
                  <a:pt x="1160846" y="883044"/>
                </a:lnTo>
                <a:lnTo>
                  <a:pt x="1179561" y="841359"/>
                </a:lnTo>
                <a:lnTo>
                  <a:pt x="1195186" y="798092"/>
                </a:lnTo>
                <a:lnTo>
                  <a:pt x="1207582" y="753384"/>
                </a:lnTo>
                <a:lnTo>
                  <a:pt x="1216608" y="707373"/>
                </a:lnTo>
                <a:lnTo>
                  <a:pt x="1222126" y="660199"/>
                </a:lnTo>
                <a:lnTo>
                  <a:pt x="1223996" y="612000"/>
                </a:lnTo>
                <a:lnTo>
                  <a:pt x="1222155" y="564173"/>
                </a:lnTo>
                <a:lnTo>
                  <a:pt x="1216722" y="517352"/>
                </a:lnTo>
                <a:lnTo>
                  <a:pt x="1207833" y="471674"/>
                </a:lnTo>
                <a:lnTo>
                  <a:pt x="1195624" y="427275"/>
                </a:lnTo>
                <a:lnTo>
                  <a:pt x="1180232" y="384291"/>
                </a:lnTo>
                <a:lnTo>
                  <a:pt x="1161792" y="342858"/>
                </a:lnTo>
                <a:lnTo>
                  <a:pt x="1140440" y="303112"/>
                </a:lnTo>
                <a:lnTo>
                  <a:pt x="1116313" y="265189"/>
                </a:lnTo>
                <a:lnTo>
                  <a:pt x="1089546" y="229226"/>
                </a:lnTo>
                <a:lnTo>
                  <a:pt x="1060276" y="195357"/>
                </a:lnTo>
                <a:lnTo>
                  <a:pt x="1028639" y="163720"/>
                </a:lnTo>
                <a:lnTo>
                  <a:pt x="994770" y="134450"/>
                </a:lnTo>
                <a:lnTo>
                  <a:pt x="958806" y="107683"/>
                </a:lnTo>
                <a:lnTo>
                  <a:pt x="920883" y="83556"/>
                </a:lnTo>
                <a:lnTo>
                  <a:pt x="881137" y="62204"/>
                </a:lnTo>
                <a:lnTo>
                  <a:pt x="839704" y="43764"/>
                </a:lnTo>
                <a:lnTo>
                  <a:pt x="796720" y="28372"/>
                </a:lnTo>
                <a:lnTo>
                  <a:pt x="752321" y="16163"/>
                </a:lnTo>
                <a:lnTo>
                  <a:pt x="706644" y="7274"/>
                </a:lnTo>
                <a:lnTo>
                  <a:pt x="659823" y="1841"/>
                </a:lnTo>
                <a:lnTo>
                  <a:pt x="611996" y="0"/>
                </a:lnTo>
                <a:close/>
              </a:path>
            </a:pathLst>
          </a:custGeom>
          <a:solidFill>
            <a:srgbClr val="4979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063486" y="2576129"/>
            <a:ext cx="794385" cy="570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250">
              <a:lnSpc>
                <a:spcPct val="1191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Tahoma"/>
                <a:cs typeface="Tahoma"/>
              </a:rPr>
              <a:t>ISO </a:t>
            </a:r>
            <a:r>
              <a:rPr sz="1500" b="1" spc="-45" dirty="0">
                <a:solidFill>
                  <a:srgbClr val="FFFFFF"/>
                </a:solidFill>
                <a:latin typeface="Tahoma"/>
                <a:cs typeface="Tahoma"/>
              </a:rPr>
              <a:t>14064-</a:t>
            </a:r>
            <a:r>
              <a:rPr sz="1500" b="1" spc="-6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20" name="object 20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3468" y="1018486"/>
            <a:ext cx="4118726" cy="804840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78402" y="6807147"/>
            <a:ext cx="208788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Declaración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GEI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verificación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7330" y="4142780"/>
            <a:ext cx="1557655" cy="586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430" algn="just">
              <a:lnSpc>
                <a:spcPct val="111400"/>
              </a:lnSpc>
              <a:spcBef>
                <a:spcPts val="95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Diseño</a:t>
            </a:r>
            <a:r>
              <a:rPr sz="1100" spc="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409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desarrollo</a:t>
            </a:r>
            <a:r>
              <a:rPr sz="1100" spc="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del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inventario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gases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efecto</a:t>
            </a:r>
            <a:r>
              <a:rPr sz="1100" spc="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invernadero</a:t>
            </a:r>
            <a:r>
              <a:rPr sz="1100" spc="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(GEI)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8661" y="5427459"/>
            <a:ext cx="1722755" cy="403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12700"/>
              </a:lnSpc>
              <a:spcBef>
                <a:spcPts val="95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Documentación</a:t>
            </a:r>
            <a:r>
              <a:rPr sz="1100" spc="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</a:t>
            </a:r>
            <a:r>
              <a:rPr sz="1100" spc="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informes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inventario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GEI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73034" y="4817735"/>
            <a:ext cx="99597" cy="18840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73034" y="5961812"/>
            <a:ext cx="99597" cy="18840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645774" y="4134230"/>
            <a:ext cx="1635125" cy="4229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 marR="5080" indent="-168910">
              <a:lnSpc>
                <a:spcPct val="118500"/>
              </a:lnSpc>
              <a:spcBef>
                <a:spcPts val="95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Diseño e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implementación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proyectos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GEI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35447" y="4817735"/>
            <a:ext cx="99597" cy="18840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599870" y="5403965"/>
            <a:ext cx="1722755" cy="450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0025" marR="5080" indent="-187960">
              <a:lnSpc>
                <a:spcPct val="126699"/>
              </a:lnSpc>
              <a:spcBef>
                <a:spcPts val="95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Documentación</a:t>
            </a:r>
            <a:r>
              <a:rPr sz="1100" spc="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</a:t>
            </a:r>
            <a:r>
              <a:rPr sz="1100" spc="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informes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inventario</a:t>
            </a:r>
            <a:r>
              <a:rPr sz="1100" spc="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9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GEI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35447" y="5961812"/>
            <a:ext cx="99597" cy="188409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419615" y="6807147"/>
            <a:ext cx="208788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Declaración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GEI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verificación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8" name="object 38"/>
          <p:cNvSpPr txBox="1"/>
          <p:nvPr/>
        </p:nvSpPr>
        <p:spPr>
          <a:xfrm>
            <a:off x="4264812" y="6093738"/>
            <a:ext cx="1475105" cy="424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8610" marR="5080" indent="-296545">
              <a:lnSpc>
                <a:spcPct val="119000"/>
              </a:lnSpc>
              <a:spcBef>
                <a:spcPts val="95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Proceso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verificación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y/o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validación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9419" y="300006"/>
            <a:ext cx="18434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4.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3" name="object 3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4136" y="783251"/>
            <a:ext cx="1058468" cy="1504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75651" y="321923"/>
            <a:ext cx="365918" cy="35404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99616" y="2041410"/>
            <a:ext cx="9721215" cy="1158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Todo</a:t>
            </a:r>
            <a:r>
              <a:rPr sz="1600" spc="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6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control</a:t>
            </a:r>
            <a:r>
              <a:rPr sz="16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6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un</a:t>
            </a:r>
            <a:r>
              <a:rPr sz="16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666666"/>
                </a:solidFill>
                <a:latin typeface="Microsoft Sans Serif"/>
                <a:cs typeface="Microsoft Sans Serif"/>
              </a:rPr>
              <a:t>solo</a:t>
            </a:r>
            <a:r>
              <a:rPr sz="1600" spc="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lugar.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600">
              <a:latin typeface="Microsoft Sans Serif"/>
              <a:cs typeface="Microsoft Sans Serif"/>
            </a:endParaRPr>
          </a:p>
          <a:p>
            <a:pPr marL="16510" marR="5080" algn="just">
              <a:lnSpc>
                <a:spcPct val="119100"/>
              </a:lnSpc>
            </a:pP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Nuestro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Cuadro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Mando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Integral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permite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forma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inteligente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controlar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accionar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tiempo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real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todos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energéticos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su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planta: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aire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comprimido,</a:t>
            </a:r>
            <a:r>
              <a:rPr sz="11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vapor,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agua,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más.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5" dirty="0">
                <a:solidFill>
                  <a:srgbClr val="666666"/>
                </a:solidFill>
                <a:latin typeface="Microsoft Sans Serif"/>
                <a:cs typeface="Microsoft Sans Serif"/>
              </a:rPr>
              <a:t>A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través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sensores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medidores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inteligentes,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2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información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se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concentra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plataforma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única,</a:t>
            </a:r>
            <a:r>
              <a:rPr sz="11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fácil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666666"/>
                </a:solidFill>
                <a:latin typeface="Microsoft Sans Serif"/>
                <a:cs typeface="Microsoft Sans Serif"/>
              </a:rPr>
              <a:t>e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intuitiva,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que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genera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reportes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alarmas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gestión</a:t>
            </a:r>
            <a:r>
              <a:rPr sz="1100" spc="-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proactiva.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6806" y="1018486"/>
            <a:ext cx="3685783" cy="88030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7981" y="3486630"/>
            <a:ext cx="492913" cy="49228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6627" y="3486634"/>
            <a:ext cx="492913" cy="49228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28474" y="3486634"/>
            <a:ext cx="492914" cy="4922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86325" y="3486634"/>
            <a:ext cx="492913" cy="49228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13661" y="3621630"/>
            <a:ext cx="10547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Aire</a:t>
            </a:r>
            <a:r>
              <a:rPr sz="11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comprimido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76037" y="3621630"/>
            <a:ext cx="3968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Vapor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59605" y="3621004"/>
            <a:ext cx="361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Agua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03382" y="3621004"/>
            <a:ext cx="7518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Electricidad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053909" y="3286738"/>
            <a:ext cx="862965" cy="948055"/>
            <a:chOff x="8053909" y="3286738"/>
            <a:chExt cx="862965" cy="948055"/>
          </a:xfrm>
        </p:grpSpPr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53909" y="3286738"/>
              <a:ext cx="862581" cy="94792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329290" y="3475082"/>
              <a:ext cx="498475" cy="509905"/>
            </a:xfrm>
            <a:custGeom>
              <a:avLst/>
              <a:gdLst/>
              <a:ahLst/>
              <a:cxnLst/>
              <a:rect l="l" t="t" r="r" b="b"/>
              <a:pathLst>
                <a:path w="498475" h="509904">
                  <a:moveTo>
                    <a:pt x="96231" y="439898"/>
                  </a:moveTo>
                  <a:lnTo>
                    <a:pt x="69494" y="439898"/>
                  </a:lnTo>
                  <a:lnTo>
                    <a:pt x="69494" y="503402"/>
                  </a:lnTo>
                  <a:lnTo>
                    <a:pt x="75502" y="509375"/>
                  </a:lnTo>
                  <a:lnTo>
                    <a:pt x="90258" y="509375"/>
                  </a:lnTo>
                  <a:lnTo>
                    <a:pt x="96231" y="503402"/>
                  </a:lnTo>
                  <a:lnTo>
                    <a:pt x="96231" y="439898"/>
                  </a:lnTo>
                  <a:close/>
                </a:path>
                <a:path w="498475" h="509904">
                  <a:moveTo>
                    <a:pt x="491244" y="413143"/>
                  </a:moveTo>
                  <a:lnTo>
                    <a:pt x="5990" y="413143"/>
                  </a:lnTo>
                  <a:lnTo>
                    <a:pt x="0" y="419152"/>
                  </a:lnTo>
                  <a:lnTo>
                    <a:pt x="0" y="433925"/>
                  </a:lnTo>
                  <a:lnTo>
                    <a:pt x="5990" y="439898"/>
                  </a:lnTo>
                  <a:lnTo>
                    <a:pt x="491244" y="439898"/>
                  </a:lnTo>
                  <a:lnTo>
                    <a:pt x="497253" y="433925"/>
                  </a:lnTo>
                  <a:lnTo>
                    <a:pt x="497253" y="419152"/>
                  </a:lnTo>
                  <a:lnTo>
                    <a:pt x="491244" y="413143"/>
                  </a:lnTo>
                  <a:close/>
                </a:path>
                <a:path w="498475" h="509904">
                  <a:moveTo>
                    <a:pt x="90258" y="12157"/>
                  </a:moveTo>
                  <a:lnTo>
                    <a:pt x="75502" y="12157"/>
                  </a:lnTo>
                  <a:lnTo>
                    <a:pt x="69494" y="18130"/>
                  </a:lnTo>
                  <a:lnTo>
                    <a:pt x="69494" y="413143"/>
                  </a:lnTo>
                  <a:lnTo>
                    <a:pt x="96231" y="413143"/>
                  </a:lnTo>
                  <a:lnTo>
                    <a:pt x="96231" y="18130"/>
                  </a:lnTo>
                  <a:lnTo>
                    <a:pt x="90258" y="12157"/>
                  </a:lnTo>
                  <a:close/>
                </a:path>
                <a:path w="498475" h="509904">
                  <a:moveTo>
                    <a:pt x="485503" y="0"/>
                  </a:moveTo>
                  <a:lnTo>
                    <a:pt x="324831" y="80388"/>
                  </a:lnTo>
                  <a:lnTo>
                    <a:pt x="322304" y="81389"/>
                  </a:lnTo>
                  <a:lnTo>
                    <a:pt x="320090" y="83164"/>
                  </a:lnTo>
                  <a:lnTo>
                    <a:pt x="314592" y="91840"/>
                  </a:lnTo>
                  <a:lnTo>
                    <a:pt x="316437" y="100116"/>
                  </a:lnTo>
                  <a:lnTo>
                    <a:pt x="365202" y="131033"/>
                  </a:lnTo>
                  <a:lnTo>
                    <a:pt x="323203" y="198544"/>
                  </a:lnTo>
                  <a:lnTo>
                    <a:pt x="211910" y="198544"/>
                  </a:lnTo>
                  <a:lnTo>
                    <a:pt x="207431" y="200794"/>
                  </a:lnTo>
                  <a:lnTo>
                    <a:pt x="204882" y="204955"/>
                  </a:lnTo>
                  <a:lnTo>
                    <a:pt x="131208" y="323830"/>
                  </a:lnTo>
                  <a:lnTo>
                    <a:pt x="127726" y="330872"/>
                  </a:lnTo>
                  <a:lnTo>
                    <a:pt x="125833" y="337817"/>
                  </a:lnTo>
                  <a:lnTo>
                    <a:pt x="125729" y="338197"/>
                  </a:lnTo>
                  <a:lnTo>
                    <a:pt x="125269" y="344333"/>
                  </a:lnTo>
                  <a:lnTo>
                    <a:pt x="125172" y="345620"/>
                  </a:lnTo>
                  <a:lnTo>
                    <a:pt x="146984" y="381100"/>
                  </a:lnTo>
                  <a:lnTo>
                    <a:pt x="152188" y="383454"/>
                  </a:lnTo>
                  <a:lnTo>
                    <a:pt x="152444" y="383454"/>
                  </a:lnTo>
                  <a:lnTo>
                    <a:pt x="162631" y="385650"/>
                  </a:lnTo>
                  <a:lnTo>
                    <a:pt x="167907" y="385650"/>
                  </a:lnTo>
                  <a:lnTo>
                    <a:pt x="179028" y="383454"/>
                  </a:lnTo>
                  <a:lnTo>
                    <a:pt x="184067" y="381330"/>
                  </a:lnTo>
                  <a:lnTo>
                    <a:pt x="193010" y="375127"/>
                  </a:lnTo>
                  <a:lnTo>
                    <a:pt x="196768" y="371157"/>
                  </a:lnTo>
                  <a:lnTo>
                    <a:pt x="204490" y="358736"/>
                  </a:lnTo>
                  <a:lnTo>
                    <a:pt x="164515" y="358736"/>
                  </a:lnTo>
                  <a:lnTo>
                    <a:pt x="161107" y="357999"/>
                  </a:lnTo>
                  <a:lnTo>
                    <a:pt x="151462" y="344333"/>
                  </a:lnTo>
                  <a:lnTo>
                    <a:pt x="151992" y="340873"/>
                  </a:lnTo>
                  <a:lnTo>
                    <a:pt x="153852" y="337817"/>
                  </a:lnTo>
                  <a:lnTo>
                    <a:pt x="223610" y="225263"/>
                  </a:lnTo>
                  <a:lnTo>
                    <a:pt x="335250" y="225263"/>
                  </a:lnTo>
                  <a:lnTo>
                    <a:pt x="339605" y="222646"/>
                  </a:lnTo>
                  <a:lnTo>
                    <a:pt x="341977" y="218906"/>
                  </a:lnTo>
                  <a:lnTo>
                    <a:pt x="398721" y="127660"/>
                  </a:lnTo>
                  <a:lnTo>
                    <a:pt x="396839" y="119491"/>
                  </a:lnTo>
                  <a:lnTo>
                    <a:pt x="356875" y="94126"/>
                  </a:lnTo>
                  <a:lnTo>
                    <a:pt x="471498" y="36748"/>
                  </a:lnTo>
                  <a:lnTo>
                    <a:pt x="498194" y="36748"/>
                  </a:lnTo>
                  <a:lnTo>
                    <a:pt x="498185" y="13176"/>
                  </a:lnTo>
                  <a:lnTo>
                    <a:pt x="497747" y="11139"/>
                  </a:lnTo>
                  <a:lnTo>
                    <a:pt x="493495" y="2654"/>
                  </a:lnTo>
                  <a:lnTo>
                    <a:pt x="485503" y="0"/>
                  </a:lnTo>
                  <a:close/>
                </a:path>
                <a:path w="498475" h="509904">
                  <a:moveTo>
                    <a:pt x="429691" y="140379"/>
                  </a:moveTo>
                  <a:lnTo>
                    <a:pt x="421944" y="142488"/>
                  </a:lnTo>
                  <a:lnTo>
                    <a:pt x="418237" y="148407"/>
                  </a:lnTo>
                  <a:lnTo>
                    <a:pt x="353274" y="252843"/>
                  </a:lnTo>
                  <a:lnTo>
                    <a:pt x="241440" y="253037"/>
                  </a:lnTo>
                  <a:lnTo>
                    <a:pt x="237261" y="255531"/>
                  </a:lnTo>
                  <a:lnTo>
                    <a:pt x="176004" y="353978"/>
                  </a:lnTo>
                  <a:lnTo>
                    <a:pt x="174776" y="355330"/>
                  </a:lnTo>
                  <a:lnTo>
                    <a:pt x="172001" y="357245"/>
                  </a:lnTo>
                  <a:lnTo>
                    <a:pt x="170123" y="357999"/>
                  </a:lnTo>
                  <a:lnTo>
                    <a:pt x="169953" y="357999"/>
                  </a:lnTo>
                  <a:lnTo>
                    <a:pt x="166289" y="358736"/>
                  </a:lnTo>
                  <a:lnTo>
                    <a:pt x="204490" y="358736"/>
                  </a:lnTo>
                  <a:lnTo>
                    <a:pt x="253582" y="279774"/>
                  </a:lnTo>
                  <a:lnTo>
                    <a:pt x="253669" y="279633"/>
                  </a:lnTo>
                  <a:lnTo>
                    <a:pt x="365276" y="279457"/>
                  </a:lnTo>
                  <a:lnTo>
                    <a:pt x="369366" y="277524"/>
                  </a:lnTo>
                  <a:lnTo>
                    <a:pt x="434239" y="173192"/>
                  </a:lnTo>
                  <a:lnTo>
                    <a:pt x="498246" y="173192"/>
                  </a:lnTo>
                  <a:lnTo>
                    <a:pt x="498242" y="163217"/>
                  </a:lnTo>
                  <a:lnTo>
                    <a:pt x="471498" y="163217"/>
                  </a:lnTo>
                  <a:lnTo>
                    <a:pt x="429691" y="140379"/>
                  </a:lnTo>
                  <a:close/>
                </a:path>
                <a:path w="498475" h="509904">
                  <a:moveTo>
                    <a:pt x="365276" y="279457"/>
                  </a:moveTo>
                  <a:lnTo>
                    <a:pt x="359863" y="279457"/>
                  </a:lnTo>
                  <a:lnTo>
                    <a:pt x="364604" y="279774"/>
                  </a:lnTo>
                  <a:lnTo>
                    <a:pt x="365276" y="279457"/>
                  </a:lnTo>
                  <a:close/>
                </a:path>
                <a:path w="498475" h="509904">
                  <a:moveTo>
                    <a:pt x="498246" y="173192"/>
                  </a:moveTo>
                  <a:lnTo>
                    <a:pt x="434239" y="173192"/>
                  </a:lnTo>
                  <a:lnTo>
                    <a:pt x="477475" y="196805"/>
                  </a:lnTo>
                  <a:lnTo>
                    <a:pt x="479598" y="198226"/>
                  </a:lnTo>
                  <a:lnTo>
                    <a:pt x="482147" y="199052"/>
                  </a:lnTo>
                  <a:lnTo>
                    <a:pt x="492263" y="199052"/>
                  </a:lnTo>
                  <a:lnTo>
                    <a:pt x="498254" y="193079"/>
                  </a:lnTo>
                  <a:lnTo>
                    <a:pt x="498246" y="173192"/>
                  </a:lnTo>
                  <a:close/>
                </a:path>
                <a:path w="498475" h="509904">
                  <a:moveTo>
                    <a:pt x="498194" y="36748"/>
                  </a:moveTo>
                  <a:lnTo>
                    <a:pt x="471498" y="36748"/>
                  </a:lnTo>
                  <a:lnTo>
                    <a:pt x="471498" y="163217"/>
                  </a:lnTo>
                  <a:lnTo>
                    <a:pt x="498242" y="163217"/>
                  </a:lnTo>
                  <a:lnTo>
                    <a:pt x="498194" y="36748"/>
                  </a:lnTo>
                  <a:close/>
                </a:path>
              </a:pathLst>
            </a:custGeom>
            <a:solidFill>
              <a:srgbClr val="DE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018534" y="3374114"/>
            <a:ext cx="606425" cy="63119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3175">
              <a:lnSpc>
                <a:spcPct val="119100"/>
              </a:lnSpc>
              <a:spcBef>
                <a:spcPts val="15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Control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Ahorro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7372" y="4607035"/>
            <a:ext cx="8656320" cy="2337435"/>
            <a:chOff x="727372" y="4607035"/>
            <a:chExt cx="8656320" cy="2337435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54214" y="4607035"/>
              <a:ext cx="2700101" cy="125952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83553" y="4607035"/>
              <a:ext cx="2700101" cy="12647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83188" y="5684330"/>
              <a:ext cx="2700092" cy="12595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05278" y="5684330"/>
              <a:ext cx="2700093" cy="125952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7372" y="5684331"/>
              <a:ext cx="2700101" cy="125953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69419" y="300006"/>
            <a:ext cx="18434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4.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</a:t>
            </a:r>
            <a:r>
              <a:rPr sz="14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4833" y="5550994"/>
            <a:ext cx="1448470" cy="16881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72264" y="300006"/>
            <a:ext cx="17176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5.</a:t>
            </a:r>
            <a:r>
              <a:rPr sz="14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666666"/>
                </a:solidFill>
                <a:latin typeface="Microsoft Sans Serif"/>
                <a:cs typeface="Microsoft Sans Serif"/>
              </a:rPr>
              <a:t>Movilidad</a:t>
            </a:r>
            <a:r>
              <a:rPr sz="14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569" y="1072086"/>
            <a:ext cx="4401866" cy="11611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0443" y="2465802"/>
            <a:ext cx="4588510" cy="2431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spc="-75" dirty="0">
                <a:solidFill>
                  <a:srgbClr val="1F6DA5"/>
                </a:solidFill>
                <a:latin typeface="Tahoma"/>
                <a:cs typeface="Tahoma"/>
              </a:rPr>
              <a:t>Sistemas</a:t>
            </a:r>
            <a:r>
              <a:rPr sz="1400" b="1" spc="-10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00" b="1" spc="-55" dirty="0">
                <a:solidFill>
                  <a:srgbClr val="1F6DA5"/>
                </a:solidFill>
                <a:latin typeface="Tahoma"/>
                <a:cs typeface="Tahoma"/>
              </a:rPr>
              <a:t>de</a:t>
            </a:r>
            <a:r>
              <a:rPr sz="1400" b="1" spc="-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1F6DA5"/>
                </a:solidFill>
                <a:latin typeface="Tahoma"/>
                <a:cs typeface="Tahoma"/>
              </a:rPr>
              <a:t>Carga</a:t>
            </a:r>
            <a:endParaRPr sz="1400">
              <a:latin typeface="Tahoma"/>
              <a:cs typeface="Tahoma"/>
            </a:endParaRPr>
          </a:p>
          <a:p>
            <a:pPr marL="17145" marR="5080" algn="just">
              <a:lnSpc>
                <a:spcPct val="107200"/>
              </a:lnSpc>
              <a:spcBef>
                <a:spcPts val="1070"/>
              </a:spcBef>
            </a:pP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Generamos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acuerdos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claves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desarrollo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movilidad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r>
              <a:rPr sz="11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en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país.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7145" marR="5080" algn="just">
              <a:lnSpc>
                <a:spcPct val="107200"/>
              </a:lnSpc>
              <a:spcBef>
                <a:spcPts val="5"/>
              </a:spcBef>
            </a:pP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Como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precursores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desarrollo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electromovilidad,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somos un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centro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consulta</a:t>
            </a:r>
            <a:r>
              <a:rPr sz="1100" spc="1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asesoramiento</a:t>
            </a:r>
            <a:r>
              <a:rPr sz="1100" spc="1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100" spc="1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diferentes</a:t>
            </a:r>
            <a:r>
              <a:rPr sz="1100" spc="1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actores</a:t>
            </a:r>
            <a:r>
              <a:rPr sz="1100" spc="1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vinculados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al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tema.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7145" marR="5080" algn="just">
              <a:lnSpc>
                <a:spcPct val="107200"/>
              </a:lnSpc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Participamos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realización</a:t>
            </a:r>
            <a:r>
              <a:rPr sz="1100" spc="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0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mercado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“car</a:t>
            </a:r>
            <a:r>
              <a:rPr sz="1100" spc="10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sharing”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basados</a:t>
            </a:r>
            <a:r>
              <a:rPr sz="1100" spc="1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vehículos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eléctricos,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100" spc="1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transporte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</a:t>
            </a:r>
            <a:r>
              <a:rPr sz="1100" spc="17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celdas</a:t>
            </a:r>
            <a:r>
              <a:rPr sz="1100" spc="1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hidrógeno,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evaluación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sistemas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carga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vehículos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eléctricos,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estu-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dios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mercado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impacto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ambiental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basados</a:t>
            </a:r>
            <a:r>
              <a:rPr sz="1100" spc="-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movilidad</a:t>
            </a:r>
            <a:r>
              <a:rPr sz="1100" spc="-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sostenible.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8622" y="6840793"/>
            <a:ext cx="20027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5" dirty="0">
                <a:solidFill>
                  <a:srgbClr val="4D4D4D"/>
                </a:solidFill>
                <a:latin typeface="Tahoma"/>
                <a:cs typeface="Tahoma"/>
              </a:rPr>
              <a:t>Capacitaciones</a:t>
            </a:r>
            <a:r>
              <a:rPr sz="1100" b="1" spc="1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4D4D4D"/>
                </a:solidFill>
                <a:latin typeface="Tahoma"/>
                <a:cs typeface="Tahoma"/>
              </a:rPr>
              <a:t>y</a:t>
            </a:r>
            <a:r>
              <a:rPr sz="1100" b="1" spc="1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100" b="1" spc="-45" dirty="0">
                <a:solidFill>
                  <a:srgbClr val="4D4D4D"/>
                </a:solidFill>
                <a:latin typeface="Tahoma"/>
                <a:cs typeface="Tahoma"/>
              </a:rPr>
              <a:t>disertaciones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983" y="6749543"/>
            <a:ext cx="411026" cy="41102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68460" y="5196532"/>
            <a:ext cx="2820035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100"/>
              </a:lnSpc>
              <a:spcBef>
                <a:spcPts val="100"/>
              </a:spcBef>
            </a:pPr>
            <a:r>
              <a:rPr sz="1100" b="1" spc="-75" dirty="0">
                <a:solidFill>
                  <a:srgbClr val="4D4D4D"/>
                </a:solidFill>
                <a:latin typeface="Tahoma"/>
                <a:cs typeface="Tahoma"/>
              </a:rPr>
              <a:t>Integrante</a:t>
            </a:r>
            <a:r>
              <a:rPr sz="1100" b="1" spc="-2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4D4D4D"/>
                </a:solidFill>
                <a:latin typeface="Tahoma"/>
                <a:cs typeface="Tahoma"/>
              </a:rPr>
              <a:t>del </a:t>
            </a:r>
            <a:r>
              <a:rPr sz="1100" b="1" spc="-50" dirty="0">
                <a:solidFill>
                  <a:srgbClr val="4D4D4D"/>
                </a:solidFill>
                <a:latin typeface="Tahoma"/>
                <a:cs typeface="Tahoma"/>
              </a:rPr>
              <a:t>grupo</a:t>
            </a:r>
            <a:r>
              <a:rPr sz="1100" b="1" spc="-2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rgbClr val="4D4D4D"/>
                </a:solidFill>
                <a:latin typeface="Tahoma"/>
                <a:cs typeface="Tahoma"/>
              </a:rPr>
              <a:t>de</a:t>
            </a:r>
            <a:r>
              <a:rPr sz="1100" b="1" spc="-2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100" b="1" spc="-50" dirty="0">
                <a:solidFill>
                  <a:srgbClr val="4D4D4D"/>
                </a:solidFill>
                <a:latin typeface="Tahoma"/>
                <a:cs typeface="Tahoma"/>
              </a:rPr>
              <a:t>movilidad</a:t>
            </a:r>
            <a:r>
              <a:rPr sz="1100" b="1" spc="-2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4D4D4D"/>
                </a:solidFill>
                <a:latin typeface="Tahoma"/>
                <a:cs typeface="Tahoma"/>
              </a:rPr>
              <a:t>eléctrica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Cámara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Industria</a:t>
            </a:r>
            <a:r>
              <a:rPr sz="11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Comercio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Uruguayo-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Alemana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5983" y="5302724"/>
            <a:ext cx="411026" cy="4110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68610" y="5944752"/>
            <a:ext cx="2230755" cy="6248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b="1" spc="-40" dirty="0">
                <a:solidFill>
                  <a:srgbClr val="4D4D4D"/>
                </a:solidFill>
                <a:latin typeface="Tahoma"/>
                <a:cs typeface="Tahoma"/>
              </a:rPr>
              <a:t>Grupo</a:t>
            </a:r>
            <a:r>
              <a:rPr sz="1100" b="1" spc="-1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4D4D4D"/>
                </a:solidFill>
                <a:latin typeface="Tahoma"/>
                <a:cs typeface="Tahoma"/>
              </a:rPr>
              <a:t>Renault</a:t>
            </a:r>
            <a:r>
              <a:rPr sz="1100" b="1" spc="-10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4D4D4D"/>
                </a:solidFill>
                <a:latin typeface="Tahoma"/>
                <a:cs typeface="Tahoma"/>
              </a:rPr>
              <a:t>-</a:t>
            </a:r>
            <a:r>
              <a:rPr sz="1100" b="1" spc="-15" dirty="0">
                <a:solidFill>
                  <a:srgbClr val="4D4D4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4D4D4D"/>
                </a:solidFill>
                <a:latin typeface="Tahoma"/>
                <a:cs typeface="Tahoma"/>
              </a:rPr>
              <a:t>Nissan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9100"/>
              </a:lnSpc>
            </a:pP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Principal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asesor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técnico</a:t>
            </a:r>
            <a:r>
              <a:rPr sz="11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comercial </a:t>
            </a:r>
            <a:r>
              <a:rPr sz="11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2017-</a:t>
            </a:r>
            <a:r>
              <a:rPr sz="11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2019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5983" y="6040119"/>
            <a:ext cx="411026" cy="41102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062457" y="5677836"/>
            <a:ext cx="4318635" cy="1263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450" b="1" dirty="0">
                <a:solidFill>
                  <a:srgbClr val="1F6DA5"/>
                </a:solidFill>
                <a:latin typeface="Tahoma"/>
                <a:cs typeface="Tahoma"/>
              </a:rPr>
              <a:t>SEG</a:t>
            </a:r>
            <a:r>
              <a:rPr sz="1450" b="1" spc="-50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100" dirty="0">
                <a:solidFill>
                  <a:srgbClr val="1F6DA5"/>
                </a:solidFill>
                <a:latin typeface="Tahoma"/>
                <a:cs typeface="Tahoma"/>
              </a:rPr>
              <a:t>Ingeniería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65" dirty="0">
                <a:solidFill>
                  <a:srgbClr val="1F6DA5"/>
                </a:solidFill>
                <a:latin typeface="Tahoma"/>
                <a:cs typeface="Tahoma"/>
              </a:rPr>
              <a:t>distribuidor</a:t>
            </a:r>
            <a:r>
              <a:rPr sz="1450" b="1" spc="-40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55" dirty="0">
                <a:solidFill>
                  <a:srgbClr val="1F6DA5"/>
                </a:solidFill>
                <a:latin typeface="Tahoma"/>
                <a:cs typeface="Tahoma"/>
              </a:rPr>
              <a:t>oficial</a:t>
            </a:r>
            <a:r>
              <a:rPr sz="1450" b="1" spc="-40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55" dirty="0">
                <a:solidFill>
                  <a:srgbClr val="1F6DA5"/>
                </a:solidFill>
                <a:latin typeface="Tahoma"/>
                <a:cs typeface="Tahoma"/>
              </a:rPr>
              <a:t>de</a:t>
            </a:r>
            <a:r>
              <a:rPr sz="1450" b="1" spc="-40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dirty="0">
                <a:solidFill>
                  <a:srgbClr val="1F6DA5"/>
                </a:solidFill>
                <a:latin typeface="Tahoma"/>
                <a:cs typeface="Tahoma"/>
              </a:rPr>
              <a:t>V2C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90" dirty="0">
                <a:solidFill>
                  <a:srgbClr val="1F6DA5"/>
                </a:solidFill>
                <a:latin typeface="Tahoma"/>
                <a:cs typeface="Tahoma"/>
              </a:rPr>
              <a:t>y</a:t>
            </a:r>
            <a:r>
              <a:rPr sz="1450" b="1" spc="-35" dirty="0">
                <a:solidFill>
                  <a:srgbClr val="1F6DA5"/>
                </a:solidFill>
                <a:latin typeface="Tahoma"/>
                <a:cs typeface="Tahoma"/>
              </a:rPr>
              <a:t> </a:t>
            </a:r>
            <a:r>
              <a:rPr sz="1450" b="1" spc="-25" dirty="0">
                <a:solidFill>
                  <a:srgbClr val="1F6DA5"/>
                </a:solidFill>
                <a:latin typeface="Tahoma"/>
                <a:cs typeface="Tahoma"/>
              </a:rPr>
              <a:t>Besen.</a:t>
            </a:r>
            <a:endParaRPr sz="1450">
              <a:latin typeface="Tahoma"/>
              <a:cs typeface="Tahoma"/>
            </a:endParaRPr>
          </a:p>
          <a:p>
            <a:pPr marL="20955" marR="5080" algn="just">
              <a:lnSpc>
                <a:spcPct val="107200"/>
              </a:lnSpc>
              <a:spcBef>
                <a:spcPts val="940"/>
              </a:spcBef>
            </a:pP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Nuestras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soluciones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carga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para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vehículos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eléctricos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ofrecen</a:t>
            </a: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confia-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bilidad,</a:t>
            </a:r>
            <a:r>
              <a:rPr sz="1100" spc="1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innovación</a:t>
            </a:r>
            <a:r>
              <a:rPr sz="1100" spc="1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</a:t>
            </a:r>
            <a:r>
              <a:rPr sz="1100" spc="1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cada</a:t>
            </a:r>
            <a:r>
              <a:rPr sz="1100" spc="1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uso.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Desde</a:t>
            </a:r>
            <a:r>
              <a:rPr sz="1100" spc="15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hogares</a:t>
            </a:r>
            <a:r>
              <a:rPr sz="1100" spc="1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hasta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instalaciones</a:t>
            </a:r>
            <a:r>
              <a:rPr sz="1100" spc="26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comerciales,</a:t>
            </a:r>
            <a:r>
              <a:rPr sz="1100" spc="2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los</a:t>
            </a:r>
            <a:r>
              <a:rPr sz="1100" spc="2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cargadores</a:t>
            </a:r>
            <a:r>
              <a:rPr sz="1100" spc="2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integran</a:t>
            </a:r>
            <a:r>
              <a:rPr sz="1100" spc="2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conectividad</a:t>
            </a:r>
            <a:r>
              <a:rPr sz="1100" spc="26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y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control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dinámico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potencia,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brindando</a:t>
            </a:r>
            <a:r>
              <a:rPr sz="1100" spc="1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una</a:t>
            </a:r>
            <a:r>
              <a:rPr sz="1100" spc="18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experiencia</a:t>
            </a:r>
            <a:r>
              <a:rPr sz="1100" spc="18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100" spc="19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carga </a:t>
            </a:r>
            <a:r>
              <a:rPr sz="11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segura,</a:t>
            </a:r>
            <a:r>
              <a:rPr sz="11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flexible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1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sostenible.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05175" y="7048846"/>
            <a:ext cx="0" cy="203200"/>
          </a:xfrm>
          <a:custGeom>
            <a:avLst/>
            <a:gdLst/>
            <a:ahLst/>
            <a:cxnLst/>
            <a:rect l="l" t="t" r="r" b="b"/>
            <a:pathLst>
              <a:path h="203200">
                <a:moveTo>
                  <a:pt x="0" y="0"/>
                </a:moveTo>
                <a:lnTo>
                  <a:pt x="0" y="203202"/>
                </a:lnTo>
              </a:path>
            </a:pathLst>
          </a:custGeom>
          <a:ln w="9525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9816562" y="357084"/>
            <a:ext cx="540385" cy="541655"/>
            <a:chOff x="9816562" y="357084"/>
            <a:chExt cx="540385" cy="541655"/>
          </a:xfrm>
        </p:grpSpPr>
        <p:sp>
          <p:nvSpPr>
            <p:cNvPr id="16" name="object 16"/>
            <p:cNvSpPr/>
            <p:nvPr/>
          </p:nvSpPr>
          <p:spPr>
            <a:xfrm>
              <a:off x="9816562" y="357084"/>
              <a:ext cx="540385" cy="541655"/>
            </a:xfrm>
            <a:custGeom>
              <a:avLst/>
              <a:gdLst/>
              <a:ahLst/>
              <a:cxnLst/>
              <a:rect l="l" t="t" r="r" b="b"/>
              <a:pathLst>
                <a:path w="540384" h="541655">
                  <a:moveTo>
                    <a:pt x="540000" y="0"/>
                  </a:moveTo>
                  <a:lnTo>
                    <a:pt x="0" y="0"/>
                  </a:lnTo>
                  <a:lnTo>
                    <a:pt x="0" y="541493"/>
                  </a:lnTo>
                  <a:lnTo>
                    <a:pt x="540000" y="541493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E7161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16562" y="864582"/>
              <a:ext cx="540385" cy="34290"/>
            </a:xfrm>
            <a:custGeom>
              <a:avLst/>
              <a:gdLst/>
              <a:ahLst/>
              <a:cxnLst/>
              <a:rect l="l" t="t" r="r" b="b"/>
              <a:pathLst>
                <a:path w="540384" h="34290">
                  <a:moveTo>
                    <a:pt x="540000" y="0"/>
                  </a:moveTo>
                  <a:lnTo>
                    <a:pt x="0" y="0"/>
                  </a:lnTo>
                  <a:lnTo>
                    <a:pt x="0" y="33995"/>
                  </a:lnTo>
                  <a:lnTo>
                    <a:pt x="540000" y="33995"/>
                  </a:lnTo>
                  <a:lnTo>
                    <a:pt x="54000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6960" y="484513"/>
              <a:ext cx="441063" cy="2635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83757" y="503006"/>
              <a:ext cx="405611" cy="1690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926388" y="701232"/>
              <a:ext cx="323850" cy="29209"/>
            </a:xfrm>
            <a:custGeom>
              <a:avLst/>
              <a:gdLst/>
              <a:ahLst/>
              <a:cxnLst/>
              <a:rect l="l" t="t" r="r" b="b"/>
              <a:pathLst>
                <a:path w="323850" h="29209">
                  <a:moveTo>
                    <a:pt x="4589" y="712"/>
                  </a:moveTo>
                  <a:lnTo>
                    <a:pt x="0" y="712"/>
                  </a:lnTo>
                  <a:lnTo>
                    <a:pt x="0" y="28187"/>
                  </a:lnTo>
                  <a:lnTo>
                    <a:pt x="4589" y="28187"/>
                  </a:lnTo>
                  <a:lnTo>
                    <a:pt x="4589" y="712"/>
                  </a:lnTo>
                  <a:close/>
                </a:path>
                <a:path w="323850" h="29209">
                  <a:moveTo>
                    <a:pt x="27449" y="712"/>
                  </a:moveTo>
                  <a:lnTo>
                    <a:pt x="22599" y="712"/>
                  </a:lnTo>
                  <a:lnTo>
                    <a:pt x="22599" y="28187"/>
                  </a:lnTo>
                  <a:lnTo>
                    <a:pt x="26977" y="28187"/>
                  </a:lnTo>
                  <a:lnTo>
                    <a:pt x="26977" y="7636"/>
                  </a:lnTo>
                  <a:lnTo>
                    <a:pt x="31761" y="7636"/>
                  </a:lnTo>
                  <a:lnTo>
                    <a:pt x="27449" y="712"/>
                  </a:lnTo>
                  <a:close/>
                </a:path>
                <a:path w="323850" h="29209">
                  <a:moveTo>
                    <a:pt x="31761" y="7636"/>
                  </a:moveTo>
                  <a:lnTo>
                    <a:pt x="26977" y="7636"/>
                  </a:lnTo>
                  <a:lnTo>
                    <a:pt x="39851" y="28187"/>
                  </a:lnTo>
                  <a:lnTo>
                    <a:pt x="44668" y="28187"/>
                  </a:lnTo>
                  <a:lnTo>
                    <a:pt x="44668" y="21264"/>
                  </a:lnTo>
                  <a:lnTo>
                    <a:pt x="40247" y="21264"/>
                  </a:lnTo>
                  <a:lnTo>
                    <a:pt x="31761" y="7636"/>
                  </a:lnTo>
                  <a:close/>
                </a:path>
                <a:path w="323850" h="29209">
                  <a:moveTo>
                    <a:pt x="44668" y="712"/>
                  </a:moveTo>
                  <a:lnTo>
                    <a:pt x="40247" y="712"/>
                  </a:lnTo>
                  <a:lnTo>
                    <a:pt x="40247" y="21264"/>
                  </a:lnTo>
                  <a:lnTo>
                    <a:pt x="44668" y="21264"/>
                  </a:lnTo>
                  <a:lnTo>
                    <a:pt x="44668" y="712"/>
                  </a:lnTo>
                  <a:close/>
                </a:path>
                <a:path w="323850" h="29209">
                  <a:moveTo>
                    <a:pt x="77737" y="0"/>
                  </a:moveTo>
                  <a:lnTo>
                    <a:pt x="70465" y="0"/>
                  </a:lnTo>
                  <a:lnTo>
                    <a:pt x="67294" y="1314"/>
                  </a:lnTo>
                  <a:lnTo>
                    <a:pt x="62546" y="6559"/>
                  </a:lnTo>
                  <a:lnTo>
                    <a:pt x="61353" y="10073"/>
                  </a:lnTo>
                  <a:lnTo>
                    <a:pt x="61353" y="18788"/>
                  </a:lnTo>
                  <a:lnTo>
                    <a:pt x="62534" y="22277"/>
                  </a:lnTo>
                  <a:lnTo>
                    <a:pt x="67247" y="27590"/>
                  </a:lnTo>
                  <a:lnTo>
                    <a:pt x="70322" y="28911"/>
                  </a:lnTo>
                  <a:lnTo>
                    <a:pt x="75940" y="28911"/>
                  </a:lnTo>
                  <a:lnTo>
                    <a:pt x="77586" y="28555"/>
                  </a:lnTo>
                  <a:lnTo>
                    <a:pt x="80495" y="27143"/>
                  </a:lnTo>
                  <a:lnTo>
                    <a:pt x="81730" y="26093"/>
                  </a:lnTo>
                  <a:lnTo>
                    <a:pt x="82664" y="24825"/>
                  </a:lnTo>
                  <a:lnTo>
                    <a:pt x="71970" y="24825"/>
                  </a:lnTo>
                  <a:lnTo>
                    <a:pt x="69883" y="23897"/>
                  </a:lnTo>
                  <a:lnTo>
                    <a:pt x="66818" y="20163"/>
                  </a:lnTo>
                  <a:lnTo>
                    <a:pt x="66055" y="17604"/>
                  </a:lnTo>
                  <a:lnTo>
                    <a:pt x="66055" y="11052"/>
                  </a:lnTo>
                  <a:lnTo>
                    <a:pt x="66812" y="8488"/>
                  </a:lnTo>
                  <a:lnTo>
                    <a:pt x="69850" y="4846"/>
                  </a:lnTo>
                  <a:lnTo>
                    <a:pt x="71802" y="4010"/>
                  </a:lnTo>
                  <a:lnTo>
                    <a:pt x="84581" y="4010"/>
                  </a:lnTo>
                  <a:lnTo>
                    <a:pt x="80430" y="802"/>
                  </a:lnTo>
                  <a:lnTo>
                    <a:pt x="77737" y="0"/>
                  </a:lnTo>
                  <a:close/>
                </a:path>
                <a:path w="323850" h="29209">
                  <a:moveTo>
                    <a:pt x="86536" y="13360"/>
                  </a:moveTo>
                  <a:lnTo>
                    <a:pt x="74804" y="13360"/>
                  </a:lnTo>
                  <a:lnTo>
                    <a:pt x="74804" y="17147"/>
                  </a:lnTo>
                  <a:lnTo>
                    <a:pt x="82323" y="17147"/>
                  </a:lnTo>
                  <a:lnTo>
                    <a:pt x="82233" y="19483"/>
                  </a:lnTo>
                  <a:lnTo>
                    <a:pt x="81492" y="21348"/>
                  </a:lnTo>
                  <a:lnTo>
                    <a:pt x="78691" y="24131"/>
                  </a:lnTo>
                  <a:lnTo>
                    <a:pt x="76866" y="24825"/>
                  </a:lnTo>
                  <a:lnTo>
                    <a:pt x="82774" y="24825"/>
                  </a:lnTo>
                  <a:lnTo>
                    <a:pt x="83512" y="28187"/>
                  </a:lnTo>
                  <a:lnTo>
                    <a:pt x="86536" y="28187"/>
                  </a:lnTo>
                  <a:lnTo>
                    <a:pt x="86536" y="13360"/>
                  </a:lnTo>
                  <a:close/>
                </a:path>
                <a:path w="323850" h="29209">
                  <a:moveTo>
                    <a:pt x="84581" y="4010"/>
                  </a:moveTo>
                  <a:lnTo>
                    <a:pt x="76823" y="4010"/>
                  </a:lnTo>
                  <a:lnTo>
                    <a:pt x="78101" y="4395"/>
                  </a:lnTo>
                  <a:lnTo>
                    <a:pt x="80573" y="6253"/>
                  </a:lnTo>
                  <a:lnTo>
                    <a:pt x="81340" y="7495"/>
                  </a:lnTo>
                  <a:lnTo>
                    <a:pt x="81686" y="9122"/>
                  </a:lnTo>
                  <a:lnTo>
                    <a:pt x="86219" y="9122"/>
                  </a:lnTo>
                  <a:lnTo>
                    <a:pt x="85865" y="6559"/>
                  </a:lnTo>
                  <a:lnTo>
                    <a:pt x="85822" y="6253"/>
                  </a:lnTo>
                  <a:lnTo>
                    <a:pt x="84581" y="4010"/>
                  </a:lnTo>
                  <a:close/>
                </a:path>
                <a:path w="323850" h="29209">
                  <a:moveTo>
                    <a:pt x="123720" y="712"/>
                  </a:moveTo>
                  <a:lnTo>
                    <a:pt x="104021" y="712"/>
                  </a:lnTo>
                  <a:lnTo>
                    <a:pt x="104021" y="28187"/>
                  </a:lnTo>
                  <a:lnTo>
                    <a:pt x="124225" y="28187"/>
                  </a:lnTo>
                  <a:lnTo>
                    <a:pt x="124225" y="24066"/>
                  </a:lnTo>
                  <a:lnTo>
                    <a:pt x="108517" y="24066"/>
                  </a:lnTo>
                  <a:lnTo>
                    <a:pt x="108517" y="15764"/>
                  </a:lnTo>
                  <a:lnTo>
                    <a:pt x="122543" y="15764"/>
                  </a:lnTo>
                  <a:lnTo>
                    <a:pt x="122543" y="11920"/>
                  </a:lnTo>
                  <a:lnTo>
                    <a:pt x="108517" y="11920"/>
                  </a:lnTo>
                  <a:lnTo>
                    <a:pt x="108517" y="4744"/>
                  </a:lnTo>
                  <a:lnTo>
                    <a:pt x="123720" y="4744"/>
                  </a:lnTo>
                  <a:lnTo>
                    <a:pt x="123720" y="712"/>
                  </a:lnTo>
                  <a:close/>
                </a:path>
                <a:path w="323850" h="29209">
                  <a:moveTo>
                    <a:pt x="145576" y="712"/>
                  </a:moveTo>
                  <a:lnTo>
                    <a:pt x="140723" y="712"/>
                  </a:lnTo>
                  <a:lnTo>
                    <a:pt x="140723" y="28187"/>
                  </a:lnTo>
                  <a:lnTo>
                    <a:pt x="145105" y="28187"/>
                  </a:lnTo>
                  <a:lnTo>
                    <a:pt x="145105" y="7636"/>
                  </a:lnTo>
                  <a:lnTo>
                    <a:pt x="149886" y="7636"/>
                  </a:lnTo>
                  <a:lnTo>
                    <a:pt x="145576" y="712"/>
                  </a:lnTo>
                  <a:close/>
                </a:path>
                <a:path w="323850" h="29209">
                  <a:moveTo>
                    <a:pt x="149886" y="7636"/>
                  </a:moveTo>
                  <a:lnTo>
                    <a:pt x="145105" y="7636"/>
                  </a:lnTo>
                  <a:lnTo>
                    <a:pt x="157977" y="28187"/>
                  </a:lnTo>
                  <a:lnTo>
                    <a:pt x="162791" y="28187"/>
                  </a:lnTo>
                  <a:lnTo>
                    <a:pt x="162791" y="21264"/>
                  </a:lnTo>
                  <a:lnTo>
                    <a:pt x="158370" y="21264"/>
                  </a:lnTo>
                  <a:lnTo>
                    <a:pt x="149886" y="7636"/>
                  </a:lnTo>
                  <a:close/>
                </a:path>
                <a:path w="323850" h="29209">
                  <a:moveTo>
                    <a:pt x="162791" y="712"/>
                  </a:moveTo>
                  <a:lnTo>
                    <a:pt x="158370" y="712"/>
                  </a:lnTo>
                  <a:lnTo>
                    <a:pt x="158370" y="21264"/>
                  </a:lnTo>
                  <a:lnTo>
                    <a:pt x="162791" y="21264"/>
                  </a:lnTo>
                  <a:lnTo>
                    <a:pt x="162791" y="712"/>
                  </a:lnTo>
                  <a:close/>
                </a:path>
                <a:path w="323850" h="29209">
                  <a:moveTo>
                    <a:pt x="185378" y="712"/>
                  </a:moveTo>
                  <a:lnTo>
                    <a:pt x="180788" y="712"/>
                  </a:lnTo>
                  <a:lnTo>
                    <a:pt x="180788" y="28187"/>
                  </a:lnTo>
                  <a:lnTo>
                    <a:pt x="185378" y="28187"/>
                  </a:lnTo>
                  <a:lnTo>
                    <a:pt x="185378" y="712"/>
                  </a:lnTo>
                  <a:close/>
                </a:path>
                <a:path w="323850" h="29209">
                  <a:moveTo>
                    <a:pt x="223084" y="712"/>
                  </a:moveTo>
                  <a:lnTo>
                    <a:pt x="203385" y="712"/>
                  </a:lnTo>
                  <a:lnTo>
                    <a:pt x="203385" y="28187"/>
                  </a:lnTo>
                  <a:lnTo>
                    <a:pt x="223584" y="28187"/>
                  </a:lnTo>
                  <a:lnTo>
                    <a:pt x="223584" y="24066"/>
                  </a:lnTo>
                  <a:lnTo>
                    <a:pt x="207877" y="24066"/>
                  </a:lnTo>
                  <a:lnTo>
                    <a:pt x="207877" y="15764"/>
                  </a:lnTo>
                  <a:lnTo>
                    <a:pt x="221907" y="15764"/>
                  </a:lnTo>
                  <a:lnTo>
                    <a:pt x="221907" y="11920"/>
                  </a:lnTo>
                  <a:lnTo>
                    <a:pt x="207877" y="11920"/>
                  </a:lnTo>
                  <a:lnTo>
                    <a:pt x="207877" y="4744"/>
                  </a:lnTo>
                  <a:lnTo>
                    <a:pt x="223084" y="4744"/>
                  </a:lnTo>
                  <a:lnTo>
                    <a:pt x="223084" y="712"/>
                  </a:lnTo>
                  <a:close/>
                </a:path>
                <a:path w="323850" h="29209">
                  <a:moveTo>
                    <a:pt x="255793" y="770"/>
                  </a:moveTo>
                  <a:lnTo>
                    <a:pt x="240087" y="770"/>
                  </a:lnTo>
                  <a:lnTo>
                    <a:pt x="240087" y="28187"/>
                  </a:lnTo>
                  <a:lnTo>
                    <a:pt x="244619" y="28187"/>
                  </a:lnTo>
                  <a:lnTo>
                    <a:pt x="244619" y="16884"/>
                  </a:lnTo>
                  <a:lnTo>
                    <a:pt x="259858" y="16884"/>
                  </a:lnTo>
                  <a:lnTo>
                    <a:pt x="259116" y="15707"/>
                  </a:lnTo>
                  <a:lnTo>
                    <a:pt x="258306" y="15142"/>
                  </a:lnTo>
                  <a:lnTo>
                    <a:pt x="257186" y="14777"/>
                  </a:lnTo>
                  <a:lnTo>
                    <a:pt x="258447" y="14296"/>
                  </a:lnTo>
                  <a:lnTo>
                    <a:pt x="259415" y="13500"/>
                  </a:lnTo>
                  <a:lnTo>
                    <a:pt x="259705" y="13028"/>
                  </a:lnTo>
                  <a:lnTo>
                    <a:pt x="244580" y="13028"/>
                  </a:lnTo>
                  <a:lnTo>
                    <a:pt x="244580" y="4572"/>
                  </a:lnTo>
                  <a:lnTo>
                    <a:pt x="260593" y="4572"/>
                  </a:lnTo>
                  <a:lnTo>
                    <a:pt x="260441" y="4157"/>
                  </a:lnTo>
                  <a:lnTo>
                    <a:pt x="257690" y="1447"/>
                  </a:lnTo>
                  <a:lnTo>
                    <a:pt x="255793" y="770"/>
                  </a:lnTo>
                  <a:close/>
                </a:path>
                <a:path w="323850" h="29209">
                  <a:moveTo>
                    <a:pt x="259858" y="16884"/>
                  </a:moveTo>
                  <a:lnTo>
                    <a:pt x="253069" y="16884"/>
                  </a:lnTo>
                  <a:lnTo>
                    <a:pt x="254455" y="17261"/>
                  </a:lnTo>
                  <a:lnTo>
                    <a:pt x="254243" y="17261"/>
                  </a:lnTo>
                  <a:lnTo>
                    <a:pt x="255437" y="18346"/>
                  </a:lnTo>
                  <a:lnTo>
                    <a:pt x="255804" y="19523"/>
                  </a:lnTo>
                  <a:lnTo>
                    <a:pt x="256036" y="24213"/>
                  </a:lnTo>
                  <a:lnTo>
                    <a:pt x="256103" y="25640"/>
                  </a:lnTo>
                  <a:lnTo>
                    <a:pt x="256183" y="26417"/>
                  </a:lnTo>
                  <a:lnTo>
                    <a:pt x="256306" y="27011"/>
                  </a:lnTo>
                  <a:lnTo>
                    <a:pt x="256391" y="27396"/>
                  </a:lnTo>
                  <a:lnTo>
                    <a:pt x="256542" y="27824"/>
                  </a:lnTo>
                  <a:lnTo>
                    <a:pt x="256740" y="28187"/>
                  </a:lnTo>
                  <a:lnTo>
                    <a:pt x="261852" y="28187"/>
                  </a:lnTo>
                  <a:lnTo>
                    <a:pt x="261852" y="27396"/>
                  </a:lnTo>
                  <a:lnTo>
                    <a:pt x="261171" y="27011"/>
                  </a:lnTo>
                  <a:lnTo>
                    <a:pt x="260790" y="25967"/>
                  </a:lnTo>
                  <a:lnTo>
                    <a:pt x="260722" y="24213"/>
                  </a:lnTo>
                  <a:lnTo>
                    <a:pt x="260535" y="21286"/>
                  </a:lnTo>
                  <a:lnTo>
                    <a:pt x="260436" y="19523"/>
                  </a:lnTo>
                  <a:lnTo>
                    <a:pt x="260348" y="18346"/>
                  </a:lnTo>
                  <a:lnTo>
                    <a:pt x="260096" y="17261"/>
                  </a:lnTo>
                  <a:lnTo>
                    <a:pt x="259858" y="16884"/>
                  </a:lnTo>
                  <a:close/>
                </a:path>
                <a:path w="323850" h="29209">
                  <a:moveTo>
                    <a:pt x="260593" y="4572"/>
                  </a:moveTo>
                  <a:lnTo>
                    <a:pt x="253118" y="4572"/>
                  </a:lnTo>
                  <a:lnTo>
                    <a:pt x="254462" y="4903"/>
                  </a:lnTo>
                  <a:lnTo>
                    <a:pt x="256092" y="6220"/>
                  </a:lnTo>
                  <a:lnTo>
                    <a:pt x="256499" y="7287"/>
                  </a:lnTo>
                  <a:lnTo>
                    <a:pt x="256499" y="10260"/>
                  </a:lnTo>
                  <a:lnTo>
                    <a:pt x="256085" y="11347"/>
                  </a:lnTo>
                  <a:lnTo>
                    <a:pt x="254419" y="12689"/>
                  </a:lnTo>
                  <a:lnTo>
                    <a:pt x="253043" y="13028"/>
                  </a:lnTo>
                  <a:lnTo>
                    <a:pt x="259705" y="13028"/>
                  </a:lnTo>
                  <a:lnTo>
                    <a:pt x="260743" y="11347"/>
                  </a:lnTo>
                  <a:lnTo>
                    <a:pt x="261048" y="10260"/>
                  </a:lnTo>
                  <a:lnTo>
                    <a:pt x="261128" y="6023"/>
                  </a:lnTo>
                  <a:lnTo>
                    <a:pt x="260715" y="4903"/>
                  </a:lnTo>
                  <a:lnTo>
                    <a:pt x="260593" y="4572"/>
                  </a:lnTo>
                  <a:close/>
                </a:path>
                <a:path w="323850" h="29209">
                  <a:moveTo>
                    <a:pt x="283056" y="712"/>
                  </a:moveTo>
                  <a:lnTo>
                    <a:pt x="278466" y="712"/>
                  </a:lnTo>
                  <a:lnTo>
                    <a:pt x="278466" y="28187"/>
                  </a:lnTo>
                  <a:lnTo>
                    <a:pt x="283056" y="28187"/>
                  </a:lnTo>
                  <a:lnTo>
                    <a:pt x="283056" y="712"/>
                  </a:lnTo>
                  <a:close/>
                </a:path>
                <a:path w="323850" h="29209">
                  <a:moveTo>
                    <a:pt x="313282" y="712"/>
                  </a:moveTo>
                  <a:lnTo>
                    <a:pt x="308133" y="712"/>
                  </a:lnTo>
                  <a:lnTo>
                    <a:pt x="298155" y="28187"/>
                  </a:lnTo>
                  <a:lnTo>
                    <a:pt x="302928" y="28187"/>
                  </a:lnTo>
                  <a:lnTo>
                    <a:pt x="305337" y="21081"/>
                  </a:lnTo>
                  <a:lnTo>
                    <a:pt x="320765" y="21081"/>
                  </a:lnTo>
                  <a:lnTo>
                    <a:pt x="319359" y="17255"/>
                  </a:lnTo>
                  <a:lnTo>
                    <a:pt x="306604" y="17255"/>
                  </a:lnTo>
                  <a:lnTo>
                    <a:pt x="310690" y="5335"/>
                  </a:lnTo>
                  <a:lnTo>
                    <a:pt x="314980" y="5335"/>
                  </a:lnTo>
                  <a:lnTo>
                    <a:pt x="313282" y="712"/>
                  </a:lnTo>
                  <a:close/>
                </a:path>
                <a:path w="323850" h="29209">
                  <a:moveTo>
                    <a:pt x="320765" y="21081"/>
                  </a:moveTo>
                  <a:lnTo>
                    <a:pt x="316029" y="21081"/>
                  </a:lnTo>
                  <a:lnTo>
                    <a:pt x="318484" y="28187"/>
                  </a:lnTo>
                  <a:lnTo>
                    <a:pt x="323376" y="28187"/>
                  </a:lnTo>
                  <a:lnTo>
                    <a:pt x="320765" y="21081"/>
                  </a:lnTo>
                  <a:close/>
                </a:path>
                <a:path w="323850" h="29209">
                  <a:moveTo>
                    <a:pt x="314980" y="5335"/>
                  </a:moveTo>
                  <a:lnTo>
                    <a:pt x="310690" y="5335"/>
                  </a:lnTo>
                  <a:lnTo>
                    <a:pt x="314772" y="17255"/>
                  </a:lnTo>
                  <a:lnTo>
                    <a:pt x="319359" y="17255"/>
                  </a:lnTo>
                  <a:lnTo>
                    <a:pt x="314980" y="53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8645600" y="335149"/>
            <a:ext cx="906144" cy="563245"/>
            <a:chOff x="8645600" y="335149"/>
            <a:chExt cx="906144" cy="56324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0736" y="387759"/>
              <a:ext cx="880498" cy="47039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45600" y="335149"/>
              <a:ext cx="211126" cy="46076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651379" y="340729"/>
              <a:ext cx="56515" cy="450215"/>
            </a:xfrm>
            <a:custGeom>
              <a:avLst/>
              <a:gdLst/>
              <a:ahLst/>
              <a:cxnLst/>
              <a:rect l="l" t="t" r="r" b="b"/>
              <a:pathLst>
                <a:path w="56515" h="450215">
                  <a:moveTo>
                    <a:pt x="28191" y="0"/>
                  </a:moveTo>
                  <a:lnTo>
                    <a:pt x="17245" y="2224"/>
                  </a:lnTo>
                  <a:lnTo>
                    <a:pt x="8281" y="8281"/>
                  </a:lnTo>
                  <a:lnTo>
                    <a:pt x="2224" y="17246"/>
                  </a:lnTo>
                  <a:lnTo>
                    <a:pt x="0" y="28195"/>
                  </a:lnTo>
                  <a:lnTo>
                    <a:pt x="0" y="421452"/>
                  </a:lnTo>
                  <a:lnTo>
                    <a:pt x="2224" y="432398"/>
                  </a:lnTo>
                  <a:lnTo>
                    <a:pt x="8281" y="441362"/>
                  </a:lnTo>
                  <a:lnTo>
                    <a:pt x="17245" y="447419"/>
                  </a:lnTo>
                  <a:lnTo>
                    <a:pt x="28191" y="449643"/>
                  </a:lnTo>
                  <a:lnTo>
                    <a:pt x="39139" y="447419"/>
                  </a:lnTo>
                  <a:lnTo>
                    <a:pt x="48105" y="441362"/>
                  </a:lnTo>
                  <a:lnTo>
                    <a:pt x="54162" y="432398"/>
                  </a:lnTo>
                  <a:lnTo>
                    <a:pt x="56386" y="421452"/>
                  </a:lnTo>
                  <a:lnTo>
                    <a:pt x="56386" y="400338"/>
                  </a:lnTo>
                  <a:lnTo>
                    <a:pt x="36709" y="397436"/>
                  </a:lnTo>
                  <a:lnTo>
                    <a:pt x="23248" y="389590"/>
                  </a:lnTo>
                  <a:lnTo>
                    <a:pt x="15554" y="374428"/>
                  </a:lnTo>
                  <a:lnTo>
                    <a:pt x="13176" y="349577"/>
                  </a:lnTo>
                  <a:lnTo>
                    <a:pt x="13745" y="265496"/>
                  </a:lnTo>
                  <a:lnTo>
                    <a:pt x="13745" y="87670"/>
                  </a:lnTo>
                  <a:lnTo>
                    <a:pt x="16210" y="69219"/>
                  </a:lnTo>
                  <a:lnTo>
                    <a:pt x="23722" y="54566"/>
                  </a:lnTo>
                  <a:lnTo>
                    <a:pt x="36451" y="44901"/>
                  </a:lnTo>
                  <a:lnTo>
                    <a:pt x="54571" y="41414"/>
                  </a:lnTo>
                  <a:lnTo>
                    <a:pt x="56386" y="41414"/>
                  </a:lnTo>
                  <a:lnTo>
                    <a:pt x="56386" y="28195"/>
                  </a:lnTo>
                  <a:lnTo>
                    <a:pt x="54162" y="17246"/>
                  </a:lnTo>
                  <a:lnTo>
                    <a:pt x="48105" y="8281"/>
                  </a:lnTo>
                  <a:lnTo>
                    <a:pt x="39139" y="2224"/>
                  </a:lnTo>
                  <a:lnTo>
                    <a:pt x="28191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73774" y="764538"/>
              <a:ext cx="333375" cy="63500"/>
            </a:xfrm>
            <a:custGeom>
              <a:avLst/>
              <a:gdLst/>
              <a:ahLst/>
              <a:cxnLst/>
              <a:rect l="l" t="t" r="r" b="b"/>
              <a:pathLst>
                <a:path w="333375" h="63500">
                  <a:moveTo>
                    <a:pt x="313542" y="0"/>
                  </a:moveTo>
                  <a:lnTo>
                    <a:pt x="295280" y="0"/>
                  </a:lnTo>
                  <a:lnTo>
                    <a:pt x="288227" y="2840"/>
                  </a:lnTo>
                  <a:lnTo>
                    <a:pt x="277977" y="14237"/>
                  </a:lnTo>
                  <a:lnTo>
                    <a:pt x="275410" y="22155"/>
                  </a:lnTo>
                  <a:lnTo>
                    <a:pt x="275514" y="42148"/>
                  </a:lnTo>
                  <a:lnTo>
                    <a:pt x="277996" y="49420"/>
                  </a:lnTo>
                  <a:lnTo>
                    <a:pt x="288328" y="60516"/>
                  </a:lnTo>
                  <a:lnTo>
                    <a:pt x="295380" y="63277"/>
                  </a:lnTo>
                  <a:lnTo>
                    <a:pt x="311922" y="63277"/>
                  </a:lnTo>
                  <a:lnTo>
                    <a:pt x="318236" y="61384"/>
                  </a:lnTo>
                  <a:lnTo>
                    <a:pt x="327788" y="54190"/>
                  </a:lnTo>
                  <a:lnTo>
                    <a:pt x="299581" y="54190"/>
                  </a:lnTo>
                  <a:lnTo>
                    <a:pt x="295070" y="52485"/>
                  </a:lnTo>
                  <a:lnTo>
                    <a:pt x="288594" y="45633"/>
                  </a:lnTo>
                  <a:lnTo>
                    <a:pt x="286913" y="40784"/>
                  </a:lnTo>
                  <a:lnTo>
                    <a:pt x="286791" y="34535"/>
                  </a:lnTo>
                  <a:lnTo>
                    <a:pt x="333184" y="34535"/>
                  </a:lnTo>
                  <a:lnTo>
                    <a:pt x="333303" y="26244"/>
                  </a:lnTo>
                  <a:lnTo>
                    <a:pt x="286729" y="26244"/>
                  </a:lnTo>
                  <a:lnTo>
                    <a:pt x="287230" y="20697"/>
                  </a:lnTo>
                  <a:lnTo>
                    <a:pt x="288992" y="16398"/>
                  </a:lnTo>
                  <a:lnTo>
                    <a:pt x="289048" y="16264"/>
                  </a:lnTo>
                  <a:lnTo>
                    <a:pt x="295133" y="10379"/>
                  </a:lnTo>
                  <a:lnTo>
                    <a:pt x="299358" y="8863"/>
                  </a:lnTo>
                  <a:lnTo>
                    <a:pt x="326713" y="8863"/>
                  </a:lnTo>
                  <a:lnTo>
                    <a:pt x="320699" y="2635"/>
                  </a:lnTo>
                  <a:lnTo>
                    <a:pt x="313542" y="0"/>
                  </a:lnTo>
                  <a:close/>
                </a:path>
                <a:path w="333375" h="63500">
                  <a:moveTo>
                    <a:pt x="332485" y="42148"/>
                  </a:moveTo>
                  <a:lnTo>
                    <a:pt x="321782" y="42148"/>
                  </a:lnTo>
                  <a:lnTo>
                    <a:pt x="321022" y="45633"/>
                  </a:lnTo>
                  <a:lnTo>
                    <a:pt x="320944" y="45990"/>
                  </a:lnTo>
                  <a:lnTo>
                    <a:pt x="319097" y="48963"/>
                  </a:lnTo>
                  <a:lnTo>
                    <a:pt x="313380" y="53146"/>
                  </a:lnTo>
                  <a:lnTo>
                    <a:pt x="309730" y="54190"/>
                  </a:lnTo>
                  <a:lnTo>
                    <a:pt x="327788" y="54190"/>
                  </a:lnTo>
                  <a:lnTo>
                    <a:pt x="328241" y="53849"/>
                  </a:lnTo>
                  <a:lnTo>
                    <a:pt x="331315" y="48698"/>
                  </a:lnTo>
                  <a:lnTo>
                    <a:pt x="332485" y="42148"/>
                  </a:lnTo>
                  <a:close/>
                </a:path>
                <a:path w="333375" h="63500">
                  <a:moveTo>
                    <a:pt x="326713" y="8863"/>
                  </a:moveTo>
                  <a:lnTo>
                    <a:pt x="310201" y="8863"/>
                  </a:lnTo>
                  <a:lnTo>
                    <a:pt x="314467" y="10379"/>
                  </a:lnTo>
                  <a:lnTo>
                    <a:pt x="320473" y="16398"/>
                  </a:lnTo>
                  <a:lnTo>
                    <a:pt x="321988" y="20697"/>
                  </a:lnTo>
                  <a:lnTo>
                    <a:pt x="322031" y="26244"/>
                  </a:lnTo>
                  <a:lnTo>
                    <a:pt x="333303" y="26244"/>
                  </a:lnTo>
                  <a:lnTo>
                    <a:pt x="333344" y="20697"/>
                  </a:lnTo>
                  <a:lnTo>
                    <a:pt x="331940" y="16398"/>
                  </a:lnTo>
                  <a:lnTo>
                    <a:pt x="330826" y="13122"/>
                  </a:lnTo>
                  <a:lnTo>
                    <a:pt x="326713" y="8863"/>
                  </a:lnTo>
                  <a:close/>
                </a:path>
                <a:path w="333375" h="63500">
                  <a:moveTo>
                    <a:pt x="29764" y="26813"/>
                  </a:moveTo>
                  <a:lnTo>
                    <a:pt x="0" y="26813"/>
                  </a:lnTo>
                  <a:lnTo>
                    <a:pt x="0" y="35788"/>
                  </a:lnTo>
                  <a:lnTo>
                    <a:pt x="29764" y="35788"/>
                  </a:lnTo>
                  <a:lnTo>
                    <a:pt x="29764" y="26813"/>
                  </a:lnTo>
                  <a:close/>
                </a:path>
                <a:path w="333375" h="63500">
                  <a:moveTo>
                    <a:pt x="52668" y="1934"/>
                  </a:moveTo>
                  <a:lnTo>
                    <a:pt x="42315" y="1934"/>
                  </a:lnTo>
                  <a:lnTo>
                    <a:pt x="42315" y="61348"/>
                  </a:lnTo>
                  <a:lnTo>
                    <a:pt x="53140" y="61348"/>
                  </a:lnTo>
                  <a:lnTo>
                    <a:pt x="53140" y="20905"/>
                  </a:lnTo>
                  <a:lnTo>
                    <a:pt x="54594" y="16741"/>
                  </a:lnTo>
                  <a:lnTo>
                    <a:pt x="60436" y="10717"/>
                  </a:lnTo>
                  <a:lnTo>
                    <a:pt x="61498" y="10321"/>
                  </a:lnTo>
                  <a:lnTo>
                    <a:pt x="52668" y="10321"/>
                  </a:lnTo>
                  <a:lnTo>
                    <a:pt x="52668" y="1934"/>
                  </a:lnTo>
                  <a:close/>
                </a:path>
                <a:path w="333375" h="63500">
                  <a:moveTo>
                    <a:pt x="89934" y="9202"/>
                  </a:moveTo>
                  <a:lnTo>
                    <a:pt x="73987" y="9202"/>
                  </a:lnTo>
                  <a:lnTo>
                    <a:pt x="77040" y="10321"/>
                  </a:lnTo>
                  <a:lnTo>
                    <a:pt x="80551" y="14714"/>
                  </a:lnTo>
                  <a:lnTo>
                    <a:pt x="81428" y="18803"/>
                  </a:lnTo>
                  <a:lnTo>
                    <a:pt x="81428" y="61348"/>
                  </a:lnTo>
                  <a:lnTo>
                    <a:pt x="92375" y="61348"/>
                  </a:lnTo>
                  <a:lnTo>
                    <a:pt x="92375" y="20905"/>
                  </a:lnTo>
                  <a:lnTo>
                    <a:pt x="92864" y="19408"/>
                  </a:lnTo>
                  <a:lnTo>
                    <a:pt x="93780" y="16741"/>
                  </a:lnTo>
                  <a:lnTo>
                    <a:pt x="94347" y="16095"/>
                  </a:lnTo>
                  <a:lnTo>
                    <a:pt x="99573" y="10717"/>
                  </a:lnTo>
                  <a:lnTo>
                    <a:pt x="102142" y="9753"/>
                  </a:lnTo>
                  <a:lnTo>
                    <a:pt x="90288" y="9753"/>
                  </a:lnTo>
                  <a:lnTo>
                    <a:pt x="89934" y="9202"/>
                  </a:lnTo>
                  <a:close/>
                </a:path>
                <a:path w="333375" h="63500">
                  <a:moveTo>
                    <a:pt x="129311" y="9202"/>
                  </a:moveTo>
                  <a:lnTo>
                    <a:pt x="113206" y="9202"/>
                  </a:lnTo>
                  <a:lnTo>
                    <a:pt x="116275" y="10321"/>
                  </a:lnTo>
                  <a:lnTo>
                    <a:pt x="119786" y="14714"/>
                  </a:lnTo>
                  <a:lnTo>
                    <a:pt x="120665" y="18803"/>
                  </a:lnTo>
                  <a:lnTo>
                    <a:pt x="120665" y="61348"/>
                  </a:lnTo>
                  <a:lnTo>
                    <a:pt x="131490" y="61348"/>
                  </a:lnTo>
                  <a:lnTo>
                    <a:pt x="131453" y="18803"/>
                  </a:lnTo>
                  <a:lnTo>
                    <a:pt x="129926" y="10321"/>
                  </a:lnTo>
                  <a:lnTo>
                    <a:pt x="129830" y="10055"/>
                  </a:lnTo>
                  <a:lnTo>
                    <a:pt x="129311" y="9202"/>
                  </a:lnTo>
                  <a:close/>
                </a:path>
                <a:path w="333375" h="63500">
                  <a:moveTo>
                    <a:pt x="76695" y="457"/>
                  </a:moveTo>
                  <a:lnTo>
                    <a:pt x="68310" y="457"/>
                  </a:lnTo>
                  <a:lnTo>
                    <a:pt x="64455" y="1271"/>
                  </a:lnTo>
                  <a:lnTo>
                    <a:pt x="57895" y="4507"/>
                  </a:lnTo>
                  <a:lnTo>
                    <a:pt x="55065" y="6988"/>
                  </a:lnTo>
                  <a:lnTo>
                    <a:pt x="52668" y="10321"/>
                  </a:lnTo>
                  <a:lnTo>
                    <a:pt x="61498" y="10321"/>
                  </a:lnTo>
                  <a:lnTo>
                    <a:pt x="64498" y="9202"/>
                  </a:lnTo>
                  <a:lnTo>
                    <a:pt x="89934" y="9202"/>
                  </a:lnTo>
                  <a:lnTo>
                    <a:pt x="88237" y="6553"/>
                  </a:lnTo>
                  <a:lnTo>
                    <a:pt x="85796" y="4187"/>
                  </a:lnTo>
                  <a:lnTo>
                    <a:pt x="80260" y="1271"/>
                  </a:lnTo>
                  <a:lnTo>
                    <a:pt x="80464" y="1271"/>
                  </a:lnTo>
                  <a:lnTo>
                    <a:pt x="76695" y="457"/>
                  </a:lnTo>
                  <a:close/>
                </a:path>
                <a:path w="333375" h="63500">
                  <a:moveTo>
                    <a:pt x="118996" y="1271"/>
                  </a:moveTo>
                  <a:lnTo>
                    <a:pt x="102624" y="1271"/>
                  </a:lnTo>
                  <a:lnTo>
                    <a:pt x="96149" y="4187"/>
                  </a:lnTo>
                  <a:lnTo>
                    <a:pt x="93096" y="6553"/>
                  </a:lnTo>
                  <a:lnTo>
                    <a:pt x="90288" y="9753"/>
                  </a:lnTo>
                  <a:lnTo>
                    <a:pt x="102142" y="9753"/>
                  </a:lnTo>
                  <a:lnTo>
                    <a:pt x="103629" y="9202"/>
                  </a:lnTo>
                  <a:lnTo>
                    <a:pt x="129311" y="9202"/>
                  </a:lnTo>
                  <a:lnTo>
                    <a:pt x="127267" y="5929"/>
                  </a:lnTo>
                  <a:lnTo>
                    <a:pt x="124909" y="3920"/>
                  </a:lnTo>
                  <a:lnTo>
                    <a:pt x="118996" y="1271"/>
                  </a:lnTo>
                  <a:close/>
                </a:path>
                <a:path w="333375" h="63500">
                  <a:moveTo>
                    <a:pt x="115110" y="457"/>
                  </a:moveTo>
                  <a:lnTo>
                    <a:pt x="106625" y="457"/>
                  </a:lnTo>
                  <a:lnTo>
                    <a:pt x="102402" y="1271"/>
                  </a:lnTo>
                  <a:lnTo>
                    <a:pt x="119338" y="1271"/>
                  </a:lnTo>
                  <a:lnTo>
                    <a:pt x="115110" y="457"/>
                  </a:lnTo>
                  <a:close/>
                </a:path>
                <a:path w="333375" h="63500">
                  <a:moveTo>
                    <a:pt x="185051" y="0"/>
                  </a:moveTo>
                  <a:lnTo>
                    <a:pt x="165535" y="0"/>
                  </a:lnTo>
                  <a:lnTo>
                    <a:pt x="157990" y="2764"/>
                  </a:lnTo>
                  <a:lnTo>
                    <a:pt x="147208" y="13860"/>
                  </a:lnTo>
                  <a:lnTo>
                    <a:pt x="144522" y="21603"/>
                  </a:lnTo>
                  <a:lnTo>
                    <a:pt x="144522" y="41581"/>
                  </a:lnTo>
                  <a:lnTo>
                    <a:pt x="147229" y="49342"/>
                  </a:lnTo>
                  <a:lnTo>
                    <a:pt x="158033" y="60401"/>
                  </a:lnTo>
                  <a:lnTo>
                    <a:pt x="165618" y="63165"/>
                  </a:lnTo>
                  <a:lnTo>
                    <a:pt x="185134" y="63165"/>
                  </a:lnTo>
                  <a:lnTo>
                    <a:pt x="192679" y="60401"/>
                  </a:lnTo>
                  <a:lnTo>
                    <a:pt x="198606" y="54302"/>
                  </a:lnTo>
                  <a:lnTo>
                    <a:pt x="169042" y="54302"/>
                  </a:lnTo>
                  <a:lnTo>
                    <a:pt x="164142" y="52351"/>
                  </a:lnTo>
                  <a:lnTo>
                    <a:pt x="157295" y="44554"/>
                  </a:lnTo>
                  <a:lnTo>
                    <a:pt x="155592" y="38912"/>
                  </a:lnTo>
                  <a:lnTo>
                    <a:pt x="155592" y="24235"/>
                  </a:lnTo>
                  <a:lnTo>
                    <a:pt x="157284" y="18613"/>
                  </a:lnTo>
                  <a:lnTo>
                    <a:pt x="164099" y="10815"/>
                  </a:lnTo>
                  <a:lnTo>
                    <a:pt x="168998" y="8863"/>
                  </a:lnTo>
                  <a:lnTo>
                    <a:pt x="198593" y="8863"/>
                  </a:lnTo>
                  <a:lnTo>
                    <a:pt x="192636" y="2764"/>
                  </a:lnTo>
                  <a:lnTo>
                    <a:pt x="185051" y="0"/>
                  </a:lnTo>
                  <a:close/>
                </a:path>
                <a:path w="333375" h="63500">
                  <a:moveTo>
                    <a:pt x="198593" y="8863"/>
                  </a:moveTo>
                  <a:lnTo>
                    <a:pt x="181710" y="8863"/>
                  </a:lnTo>
                  <a:lnTo>
                    <a:pt x="186549" y="10815"/>
                  </a:lnTo>
                  <a:lnTo>
                    <a:pt x="193273" y="18613"/>
                  </a:lnTo>
                  <a:lnTo>
                    <a:pt x="194955" y="24235"/>
                  </a:lnTo>
                  <a:lnTo>
                    <a:pt x="194955" y="38912"/>
                  </a:lnTo>
                  <a:lnTo>
                    <a:pt x="193273" y="44554"/>
                  </a:lnTo>
                  <a:lnTo>
                    <a:pt x="186549" y="52351"/>
                  </a:lnTo>
                  <a:lnTo>
                    <a:pt x="181710" y="54302"/>
                  </a:lnTo>
                  <a:lnTo>
                    <a:pt x="198606" y="54302"/>
                  </a:lnTo>
                  <a:lnTo>
                    <a:pt x="203427" y="49342"/>
                  </a:lnTo>
                  <a:lnTo>
                    <a:pt x="206134" y="41581"/>
                  </a:lnTo>
                  <a:lnTo>
                    <a:pt x="206147" y="21603"/>
                  </a:lnTo>
                  <a:lnTo>
                    <a:pt x="203452" y="13860"/>
                  </a:lnTo>
                  <a:lnTo>
                    <a:pt x="198593" y="8863"/>
                  </a:lnTo>
                  <a:close/>
                </a:path>
                <a:path w="333375" h="63500">
                  <a:moveTo>
                    <a:pt x="222801" y="1934"/>
                  </a:moveTo>
                  <a:lnTo>
                    <a:pt x="211198" y="1934"/>
                  </a:lnTo>
                  <a:lnTo>
                    <a:pt x="234936" y="61348"/>
                  </a:lnTo>
                  <a:lnTo>
                    <a:pt x="246377" y="61348"/>
                  </a:lnTo>
                  <a:lnTo>
                    <a:pt x="251049" y="49532"/>
                  </a:lnTo>
                  <a:lnTo>
                    <a:pt x="240739" y="49532"/>
                  </a:lnTo>
                  <a:lnTo>
                    <a:pt x="222801" y="1934"/>
                  </a:lnTo>
                  <a:close/>
                </a:path>
                <a:path w="333375" h="63500">
                  <a:moveTo>
                    <a:pt x="269871" y="1934"/>
                  </a:moveTo>
                  <a:lnTo>
                    <a:pt x="258268" y="1934"/>
                  </a:lnTo>
                  <a:lnTo>
                    <a:pt x="240739" y="49532"/>
                  </a:lnTo>
                  <a:lnTo>
                    <a:pt x="251049" y="49532"/>
                  </a:lnTo>
                  <a:lnTo>
                    <a:pt x="269871" y="1934"/>
                  </a:lnTo>
                  <a:close/>
                </a:path>
              </a:pathLst>
            </a:custGeom>
            <a:solidFill>
              <a:srgbClr val="7273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03676" y="763397"/>
              <a:ext cx="61876" cy="6453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112097" y="764496"/>
              <a:ext cx="46355" cy="62230"/>
            </a:xfrm>
            <a:custGeom>
              <a:avLst/>
              <a:gdLst/>
              <a:ahLst/>
              <a:cxnLst/>
              <a:rect l="l" t="t" r="r" b="b"/>
              <a:pathLst>
                <a:path w="46354" h="62230">
                  <a:moveTo>
                    <a:pt x="34277" y="35496"/>
                  </a:moveTo>
                  <a:lnTo>
                    <a:pt x="31305" y="34544"/>
                  </a:lnTo>
                  <a:lnTo>
                    <a:pt x="31737" y="34544"/>
                  </a:lnTo>
                  <a:lnTo>
                    <a:pt x="27952" y="33972"/>
                  </a:lnTo>
                  <a:lnTo>
                    <a:pt x="19316" y="33972"/>
                  </a:lnTo>
                  <a:lnTo>
                    <a:pt x="15900" y="34544"/>
                  </a:lnTo>
                  <a:lnTo>
                    <a:pt x="12852" y="35496"/>
                  </a:lnTo>
                  <a:lnTo>
                    <a:pt x="34277" y="35496"/>
                  </a:lnTo>
                  <a:close/>
                </a:path>
                <a:path w="46354" h="62230">
                  <a:moveTo>
                    <a:pt x="46355" y="47447"/>
                  </a:moveTo>
                  <a:lnTo>
                    <a:pt x="46316" y="45923"/>
                  </a:lnTo>
                  <a:lnTo>
                    <a:pt x="45885" y="44462"/>
                  </a:lnTo>
                  <a:lnTo>
                    <a:pt x="45110" y="43103"/>
                  </a:lnTo>
                  <a:lnTo>
                    <a:pt x="35128" y="43103"/>
                  </a:lnTo>
                  <a:lnTo>
                    <a:pt x="33997" y="45389"/>
                  </a:lnTo>
                  <a:lnTo>
                    <a:pt x="32473" y="47078"/>
                  </a:lnTo>
                  <a:lnTo>
                    <a:pt x="28638" y="49250"/>
                  </a:lnTo>
                  <a:lnTo>
                    <a:pt x="26174" y="49809"/>
                  </a:lnTo>
                  <a:lnTo>
                    <a:pt x="18923" y="49809"/>
                  </a:lnTo>
                  <a:lnTo>
                    <a:pt x="15659" y="48615"/>
                  </a:lnTo>
                  <a:lnTo>
                    <a:pt x="11341" y="44005"/>
                  </a:lnTo>
                  <a:lnTo>
                    <a:pt x="10121" y="40817"/>
                  </a:lnTo>
                  <a:lnTo>
                    <a:pt x="9740" y="36664"/>
                  </a:lnTo>
                  <a:lnTo>
                    <a:pt x="3822" y="39281"/>
                  </a:lnTo>
                  <a:lnTo>
                    <a:pt x="0" y="43522"/>
                  </a:lnTo>
                  <a:lnTo>
                    <a:pt x="88" y="48247"/>
                  </a:lnTo>
                  <a:lnTo>
                    <a:pt x="2006" y="53644"/>
                  </a:lnTo>
                  <a:lnTo>
                    <a:pt x="7061" y="58000"/>
                  </a:lnTo>
                  <a:lnTo>
                    <a:pt x="14465" y="60858"/>
                  </a:lnTo>
                  <a:lnTo>
                    <a:pt x="23495" y="61798"/>
                  </a:lnTo>
                  <a:lnTo>
                    <a:pt x="32473" y="60540"/>
                  </a:lnTo>
                  <a:lnTo>
                    <a:pt x="39763" y="57429"/>
                  </a:lnTo>
                  <a:lnTo>
                    <a:pt x="44640" y="52908"/>
                  </a:lnTo>
                  <a:lnTo>
                    <a:pt x="45618" y="49809"/>
                  </a:lnTo>
                  <a:lnTo>
                    <a:pt x="46355" y="47447"/>
                  </a:lnTo>
                  <a:close/>
                </a:path>
                <a:path w="46354" h="62230">
                  <a:moveTo>
                    <a:pt x="46355" y="14351"/>
                  </a:moveTo>
                  <a:lnTo>
                    <a:pt x="44640" y="8890"/>
                  </a:lnTo>
                  <a:lnTo>
                    <a:pt x="39763" y="4368"/>
                  </a:lnTo>
                  <a:lnTo>
                    <a:pt x="32473" y="1257"/>
                  </a:lnTo>
                  <a:lnTo>
                    <a:pt x="23495" y="0"/>
                  </a:lnTo>
                  <a:lnTo>
                    <a:pt x="14465" y="939"/>
                  </a:lnTo>
                  <a:lnTo>
                    <a:pt x="7061" y="3810"/>
                  </a:lnTo>
                  <a:lnTo>
                    <a:pt x="2019" y="8153"/>
                  </a:lnTo>
                  <a:lnTo>
                    <a:pt x="88" y="13550"/>
                  </a:lnTo>
                  <a:lnTo>
                    <a:pt x="1803" y="18999"/>
                  </a:lnTo>
                  <a:lnTo>
                    <a:pt x="6680" y="23520"/>
                  </a:lnTo>
                  <a:lnTo>
                    <a:pt x="13970" y="26631"/>
                  </a:lnTo>
                  <a:lnTo>
                    <a:pt x="22948" y="27889"/>
                  </a:lnTo>
                  <a:lnTo>
                    <a:pt x="31978" y="26949"/>
                  </a:lnTo>
                  <a:lnTo>
                    <a:pt x="39382" y="24091"/>
                  </a:lnTo>
                  <a:lnTo>
                    <a:pt x="44424" y="19748"/>
                  </a:lnTo>
                  <a:lnTo>
                    <a:pt x="46355" y="14351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69828" y="832402"/>
              <a:ext cx="140554" cy="6595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066556" y="870565"/>
              <a:ext cx="19685" cy="12065"/>
            </a:xfrm>
            <a:custGeom>
              <a:avLst/>
              <a:gdLst/>
              <a:ahLst/>
              <a:cxnLst/>
              <a:rect l="l" t="t" r="r" b="b"/>
              <a:pathLst>
                <a:path w="19684" h="12065">
                  <a:moveTo>
                    <a:pt x="15012" y="0"/>
                  </a:moveTo>
                  <a:lnTo>
                    <a:pt x="9651" y="93"/>
                  </a:lnTo>
                  <a:lnTo>
                    <a:pt x="4295" y="187"/>
                  </a:lnTo>
                  <a:lnTo>
                    <a:pt x="0" y="2880"/>
                  </a:lnTo>
                  <a:lnTo>
                    <a:pt x="125" y="9342"/>
                  </a:lnTo>
                  <a:lnTo>
                    <a:pt x="4521" y="11884"/>
                  </a:lnTo>
                  <a:lnTo>
                    <a:pt x="15238" y="11700"/>
                  </a:lnTo>
                  <a:lnTo>
                    <a:pt x="19533" y="9004"/>
                  </a:lnTo>
                  <a:lnTo>
                    <a:pt x="19408" y="2546"/>
                  </a:lnTo>
                  <a:lnTo>
                    <a:pt x="15012" y="0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083615" y="1360346"/>
            <a:ext cx="1615342" cy="169184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90166" y="1360346"/>
            <a:ext cx="2553944" cy="169184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83615" y="3134574"/>
            <a:ext cx="4260495" cy="231266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0233480" y="7040753"/>
            <a:ext cx="193040" cy="20891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1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24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637" y="6250967"/>
            <a:ext cx="2534587" cy="128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8197" y="6467691"/>
            <a:ext cx="3653593" cy="130341"/>
          </a:xfrm>
          <a:prstGeom prst="rect">
            <a:avLst/>
          </a:prstGeom>
        </p:spPr>
      </p:pic>
      <p:pic>
        <p:nvPicPr>
          <p:cNvPr id="4" name="object 4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1451" y="6687208"/>
            <a:ext cx="1514087" cy="128828"/>
          </a:xfrm>
          <a:prstGeom prst="rect">
            <a:avLst/>
          </a:prstGeom>
        </p:spPr>
      </p:pic>
      <p:pic>
        <p:nvPicPr>
          <p:cNvPr id="5" name="object 5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21690" y="6686045"/>
            <a:ext cx="1130781" cy="129992"/>
          </a:xfrm>
          <a:prstGeom prst="rect">
            <a:avLst/>
          </a:prstGeom>
        </p:spPr>
      </p:pic>
      <p:pic>
        <p:nvPicPr>
          <p:cNvPr id="6" name="object 6">
            <a:hlinkClick r:id="rId8"/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21455" y="6670068"/>
            <a:ext cx="1088985" cy="1527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87674" y="7069025"/>
            <a:ext cx="151357" cy="152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66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1abbf7-70fb-4eb5-bbc3-2256242710eb" xsi:nil="true"/>
    <lcf76f155ced4ddcb4097134ff3c332f xmlns="2e37229c-000f-4fa5-a2c0-565f0851c53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EFB750CCFE0B468D1762D324B67001" ma:contentTypeVersion="16" ma:contentTypeDescription="Crear nuevo documento." ma:contentTypeScope="" ma:versionID="ec7988f429e7363b98d5af7af92705c1">
  <xsd:schema xmlns:xsd="http://www.w3.org/2001/XMLSchema" xmlns:xs="http://www.w3.org/2001/XMLSchema" xmlns:p="http://schemas.microsoft.com/office/2006/metadata/properties" xmlns:ns2="2e37229c-000f-4fa5-a2c0-565f0851c53e" xmlns:ns3="091abbf7-70fb-4eb5-bbc3-2256242710eb" xmlns:ns4="64617137-e8c6-4507-8083-4d850d9c2cee" targetNamespace="http://schemas.microsoft.com/office/2006/metadata/properties" ma:root="true" ma:fieldsID="be25b07e81668e5aa686c443fca40db9" ns2:_="" ns3:_="" ns4:_="">
    <xsd:import namespace="2e37229c-000f-4fa5-a2c0-565f0851c53e"/>
    <xsd:import namespace="091abbf7-70fb-4eb5-bbc3-2256242710eb"/>
    <xsd:import namespace="64617137-e8c6-4507-8083-4d850d9c2c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4:SharedWithUsers" minOccurs="0"/>
                <xsd:element ref="ns4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37229c-000f-4fa5-a2c0-565f0851c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8807681e-29d3-46ca-a868-37d279d1ae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abbf7-70fb-4eb5-bbc3-2256242710e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5f292ac-2348-4834-bad7-d8b15190e092}" ma:internalName="TaxCatchAll" ma:showField="CatchAllData" ma:web="091abbf7-70fb-4eb5-bbc3-2256242710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617137-e8c6-4507-8083-4d850d9c2ce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4B32E8-72AF-46D0-BB81-2BB25DFEAD0E}">
  <ds:schemaRefs>
    <ds:schemaRef ds:uri="http://schemas.microsoft.com/office/2006/metadata/properties"/>
    <ds:schemaRef ds:uri="http://schemas.microsoft.com/office/infopath/2007/PartnerControls"/>
    <ds:schemaRef ds:uri="091abbf7-70fb-4eb5-bbc3-2256242710eb"/>
    <ds:schemaRef ds:uri="2e37229c-000f-4fa5-a2c0-565f0851c53e"/>
  </ds:schemaRefs>
</ds:datastoreItem>
</file>

<file path=customXml/itemProps2.xml><?xml version="1.0" encoding="utf-8"?>
<ds:datastoreItem xmlns:ds="http://schemas.openxmlformats.org/officeDocument/2006/customXml" ds:itemID="{92E398D1-A73C-4B28-8445-453222F43A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6198FB-2CB2-42FF-8B23-CA0F806F5D0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1691</Words>
  <Application>Microsoft Office PowerPoint</Application>
  <PresentationFormat>Personalizado</PresentationFormat>
  <Paragraphs>252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Calibri</vt:lpstr>
      <vt:lpstr>Microsoft Sans Serif</vt:lpstr>
      <vt:lpstr>Tahoma</vt:lpstr>
      <vt:lpstr>Office Theme</vt:lpstr>
      <vt:lpstr>Generamos Futuro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Implementación de</vt:lpstr>
      <vt:lpstr>Etapas de aplicación de la Norma</vt:lpstr>
      <vt:lpstr>ISO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BROCHURE CONSULTING ER EE ME_102025 ESPAÑOL.cdr</dc:title>
  <dc:creator>sheila olsen boje</dc:creator>
  <cp:lastModifiedBy>Sheila Olsen-Böje</cp:lastModifiedBy>
  <cp:revision>1</cp:revision>
  <dcterms:created xsi:type="dcterms:W3CDTF">2026-06-24T18:59:33Z</dcterms:created>
  <dcterms:modified xsi:type="dcterms:W3CDTF">2026-08-27T14:08:11Z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2026-06-22T00:00:00Z</vt:filetime>
  </property>
  <property fmtid="{D5CDD505-2E9C-101B-9397-08002B2CF9AE}" pid="4" name="Creator">
    <vt:lpwstr>CorelDRAW 2021</vt:lpwstr>
  </property>
  <property fmtid="{D5CDD505-2E9C-101B-9397-08002B2CF9AE}" pid="5" name="LastSaved">
    <vt:filetime>2026-06-24T00:00:00Z</vt:filetime>
  </property>
  <property fmtid="{D5CDD505-2E9C-101B-9397-08002B2CF9AE}" pid="6" name="Producer">
    <vt:lpwstr>Corel PDF Engine Version 23.1.0.389</vt:lpwstr>
  </property>
  <property fmtid="{D5CDD505-2E9C-101B-9397-08002B2CF9AE}" pid="7" name="ContentTypeId">
    <vt:lpwstr>0x01010097EFB750CCFE0B468D1762D324B67001</vt:lpwstr>
  </property>
  <property fmtid="{D5CDD505-2E9C-101B-9397-08002B2CF9AE}" pid="8" name="MediaServiceImageTags">
    <vt:lpwstr/>
  </property>
</Properties>
</file>